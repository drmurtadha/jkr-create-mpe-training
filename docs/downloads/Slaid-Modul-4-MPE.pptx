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870ede58354eb6" /><Relationship Type="http://schemas.openxmlformats.org/officeDocument/2006/relationships/extended-properties" Target="/docProps/app.xml" Id="Rfa1d67414f4b4783" /><Relationship Type="http://schemas.openxmlformats.org/officeDocument/2006/relationships/officeDocument" Target="/ppt/presentation.xml" Id="R82df45ab73cd4e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70bf151cb44d95"/>
  </p:sldMasterIdLst>
  <p:notesMasterIdLst>
    <p:notesMasterId xmlns:r="http://schemas.openxmlformats.org/officeDocument/2006/relationships" r:id="R5a9a988852c04422"/>
  </p:notesMasterIdLst>
  <p:sldIdLst>
    <p:sldId xmlns:r="http://schemas.openxmlformats.org/officeDocument/2006/relationships" id="256" r:id="R6c3f26bb7d3a43e0"/>
    <p:sldId xmlns:r="http://schemas.openxmlformats.org/officeDocument/2006/relationships" id="257" r:id="R8e789c6fd23d4d51"/>
    <p:sldId xmlns:r="http://schemas.openxmlformats.org/officeDocument/2006/relationships" id="258" r:id="Ra6a9bbefcf944a2c"/>
    <p:sldId xmlns:r="http://schemas.openxmlformats.org/officeDocument/2006/relationships" id="259" r:id="R6761559305a94908"/>
    <p:sldId xmlns:r="http://schemas.openxmlformats.org/officeDocument/2006/relationships" id="260" r:id="Rab91384a5c79404c"/>
    <p:sldId xmlns:r="http://schemas.openxmlformats.org/officeDocument/2006/relationships" id="261" r:id="Rc6befbb4ee224dce"/>
    <p:sldId xmlns:r="http://schemas.openxmlformats.org/officeDocument/2006/relationships" id="262" r:id="R1fc03899b0694cde"/>
    <p:sldId xmlns:r="http://schemas.openxmlformats.org/officeDocument/2006/relationships" id="263" r:id="Rad7a16f653c74932"/>
    <p:sldId xmlns:r="http://schemas.openxmlformats.org/officeDocument/2006/relationships" id="264" r:id="R70310cb9cdaf4356"/>
    <p:sldId xmlns:r="http://schemas.openxmlformats.org/officeDocument/2006/relationships" id="265" r:id="R1111ed37305c4a21"/>
    <p:sldId xmlns:r="http://schemas.openxmlformats.org/officeDocument/2006/relationships" id="266" r:id="R6beecf1563e94c40"/>
    <p:sldId xmlns:r="http://schemas.openxmlformats.org/officeDocument/2006/relationships" id="267" r:id="Rc04f2ba97ffc46cb"/>
    <p:sldId xmlns:r="http://schemas.openxmlformats.org/officeDocument/2006/relationships" id="268" r:id="R3d425260608f4ba3"/>
    <p:sldId xmlns:r="http://schemas.openxmlformats.org/officeDocument/2006/relationships" id="269" r:id="Rfb39214be39a4908"/>
    <p:sldId xmlns:r="http://schemas.openxmlformats.org/officeDocument/2006/relationships" id="270" r:id="R4697593a44a4494f"/>
    <p:sldId xmlns:r="http://schemas.openxmlformats.org/officeDocument/2006/relationships" id="271" r:id="R6491799afd874365"/>
    <p:sldId xmlns:r="http://schemas.openxmlformats.org/officeDocument/2006/relationships" id="272" r:id="Rc608f6dc35cf43fa"/>
    <p:sldId xmlns:r="http://schemas.openxmlformats.org/officeDocument/2006/relationships" id="273" r:id="Rf55bb961f13046d3"/>
    <p:sldId xmlns:r="http://schemas.openxmlformats.org/officeDocument/2006/relationships" id="274" r:id="Re7d6d240bbf84081"/>
    <p:sldId xmlns:r="http://schemas.openxmlformats.org/officeDocument/2006/relationships" id="275" r:id="R5b53d4ec599242f7"/>
    <p:sldId xmlns:r="http://schemas.openxmlformats.org/officeDocument/2006/relationships" id="276" r:id="Rae56714874294cc6"/>
    <p:sldId xmlns:r="http://schemas.openxmlformats.org/officeDocument/2006/relationships" id="277" r:id="R9e31b6bb1026417f"/>
    <p:sldId xmlns:r="http://schemas.openxmlformats.org/officeDocument/2006/relationships" id="278" r:id="Rdd2d06280c614a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b4ff03fa9c48f9" /><Relationship Type="http://schemas.openxmlformats.org/officeDocument/2006/relationships/slideMaster" Target="/ppt/slideMasters/slideMaster1.xml" Id="R9c70bf151cb44d95" /><Relationship Type="http://schemas.openxmlformats.org/officeDocument/2006/relationships/notesMaster" Target="/ppt/notesMasters/notesMaster1.xml" Id="R5a9a988852c04422" /><Relationship Type="http://schemas.openxmlformats.org/officeDocument/2006/relationships/presProps" Target="/ppt/presProps.xml" Id="R979166e8a74f4776" /><Relationship Type="http://schemas.openxmlformats.org/officeDocument/2006/relationships/tableStyles" Target="/ppt/tableStyles.xml" Id="Ra37dba1a0d65446c" /><Relationship Type="http://schemas.openxmlformats.org/officeDocument/2006/relationships/slide" Target="/ppt/slides/slide1.xml" Id="R6c3f26bb7d3a43e0" /><Relationship Type="http://schemas.openxmlformats.org/officeDocument/2006/relationships/slide" Target="/ppt/slides/slide2.xml" Id="R8e789c6fd23d4d51" /><Relationship Type="http://schemas.openxmlformats.org/officeDocument/2006/relationships/slide" Target="/ppt/slides/slide3.xml" Id="Ra6a9bbefcf944a2c" /><Relationship Type="http://schemas.openxmlformats.org/officeDocument/2006/relationships/slide" Target="/ppt/slides/slide4.xml" Id="R6761559305a94908" /><Relationship Type="http://schemas.openxmlformats.org/officeDocument/2006/relationships/slide" Target="/ppt/slides/slide5.xml" Id="Rab91384a5c79404c" /><Relationship Type="http://schemas.openxmlformats.org/officeDocument/2006/relationships/slide" Target="/ppt/slides/slide6.xml" Id="Rc6befbb4ee224dce" /><Relationship Type="http://schemas.openxmlformats.org/officeDocument/2006/relationships/slide" Target="/ppt/slides/slide7.xml" Id="R1fc03899b0694cde" /><Relationship Type="http://schemas.openxmlformats.org/officeDocument/2006/relationships/slide" Target="/ppt/slides/slide8.xml" Id="Rad7a16f653c74932" /><Relationship Type="http://schemas.openxmlformats.org/officeDocument/2006/relationships/slide" Target="/ppt/slides/slide9.xml" Id="R70310cb9cdaf4356" /><Relationship Type="http://schemas.openxmlformats.org/officeDocument/2006/relationships/slide" Target="/ppt/slides/slide10.xml" Id="R1111ed37305c4a21" /><Relationship Type="http://schemas.openxmlformats.org/officeDocument/2006/relationships/slide" Target="/ppt/slides/slide11.xml" Id="R6beecf1563e94c40" /><Relationship Type="http://schemas.openxmlformats.org/officeDocument/2006/relationships/slide" Target="/ppt/slides/slide12.xml" Id="Rc04f2ba97ffc46cb" /><Relationship Type="http://schemas.openxmlformats.org/officeDocument/2006/relationships/slide" Target="/ppt/slides/slide13.xml" Id="R3d425260608f4ba3" /><Relationship Type="http://schemas.openxmlformats.org/officeDocument/2006/relationships/slide" Target="/ppt/slides/slide14.xml" Id="Rfb39214be39a4908" /><Relationship Type="http://schemas.openxmlformats.org/officeDocument/2006/relationships/slide" Target="/ppt/slides/slide15.xml" Id="R4697593a44a4494f" /><Relationship Type="http://schemas.openxmlformats.org/officeDocument/2006/relationships/slide" Target="/ppt/slides/slide16.xml" Id="R6491799afd874365" /><Relationship Type="http://schemas.openxmlformats.org/officeDocument/2006/relationships/slide" Target="/ppt/slides/slide17.xml" Id="Rc608f6dc35cf43fa" /><Relationship Type="http://schemas.openxmlformats.org/officeDocument/2006/relationships/slide" Target="/ppt/slides/slide18.xml" Id="Rf55bb961f13046d3" /><Relationship Type="http://schemas.openxmlformats.org/officeDocument/2006/relationships/slide" Target="/ppt/slides/slide19.xml" Id="Re7d6d240bbf84081" /><Relationship Type="http://schemas.openxmlformats.org/officeDocument/2006/relationships/slide" Target="/ppt/slides/slide20.xml" Id="R5b53d4ec599242f7" /><Relationship Type="http://schemas.openxmlformats.org/officeDocument/2006/relationships/slide" Target="/ppt/slides/slide21.xml" Id="Rae56714874294cc6" /><Relationship Type="http://schemas.openxmlformats.org/officeDocument/2006/relationships/slide" Target="/ppt/slides/slide22.xml" Id="R9e31b6bb1026417f" /><Relationship Type="http://schemas.openxmlformats.org/officeDocument/2006/relationships/slide" Target="/ppt/slides/slide23.xml" Id="Rdd2d06280c614a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97d646f93b43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641514bcda4570" /><Relationship Type="http://schemas.openxmlformats.org/officeDocument/2006/relationships/notesMaster" Target="/ppt/notesMasters/notesMaster1.xml" Id="R121a04e2ca234e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1eae6597b84bb0" /><Relationship Type="http://schemas.openxmlformats.org/officeDocument/2006/relationships/notesMaster" Target="/ppt/notesMasters/notesMaster1.xml" Id="Ra333f9af1c0043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92248e5dff4343" /><Relationship Type="http://schemas.openxmlformats.org/officeDocument/2006/relationships/notesMaster" Target="/ppt/notesMasters/notesMaster1.xml" Id="R7847354d59b445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623fa6173046ef" /><Relationship Type="http://schemas.openxmlformats.org/officeDocument/2006/relationships/notesMaster" Target="/ppt/notesMasters/notesMaster1.xml" Id="R3b70c25d2a5b48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aeb34a145e4fe2" /><Relationship Type="http://schemas.openxmlformats.org/officeDocument/2006/relationships/notesMaster" Target="/ppt/notesMasters/notesMaster1.xml" Id="R950c06b77b8541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22d24d97ec410c" /><Relationship Type="http://schemas.openxmlformats.org/officeDocument/2006/relationships/notesMaster" Target="/ppt/notesMasters/notesMaster1.xml" Id="R202b5fbc8e934f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ab570846624974" /><Relationship Type="http://schemas.openxmlformats.org/officeDocument/2006/relationships/notesMaster" Target="/ppt/notesMasters/notesMaster1.xml" Id="R13ed286a130840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3c142b84b24a08" /><Relationship Type="http://schemas.openxmlformats.org/officeDocument/2006/relationships/notesMaster" Target="/ppt/notesMasters/notesMaster1.xml" Id="R8140a53ad72245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1aff5561eb4a53" /><Relationship Type="http://schemas.openxmlformats.org/officeDocument/2006/relationships/notesMaster" Target="/ppt/notesMasters/notesMaster1.xml" Id="R5574a737901548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e6bb556bf440c4" /><Relationship Type="http://schemas.openxmlformats.org/officeDocument/2006/relationships/notesMaster" Target="/ppt/notesMasters/notesMaster1.xml" Id="R0dbb8445ec7344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a3fefdb8c14055" /><Relationship Type="http://schemas.openxmlformats.org/officeDocument/2006/relationships/notesMaster" Target="/ppt/notesMasters/notesMaster1.xml" Id="R499a87f593184c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bc932186d643f1" /><Relationship Type="http://schemas.openxmlformats.org/officeDocument/2006/relationships/notesMaster" Target="/ppt/notesMasters/notesMaster1.xml" Id="R45de7c9803934b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1633209f3b4952" /><Relationship Type="http://schemas.openxmlformats.org/officeDocument/2006/relationships/notesMaster" Target="/ppt/notesMasters/notesMaster1.xml" Id="Rd7812a5c4d1a42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43c035b36e42f9" /><Relationship Type="http://schemas.openxmlformats.org/officeDocument/2006/relationships/notesMaster" Target="/ppt/notesMasters/notesMaster1.xml" Id="Re33a97ef02b644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18c8161de84d3f" /><Relationship Type="http://schemas.openxmlformats.org/officeDocument/2006/relationships/notesMaster" Target="/ppt/notesMasters/notesMaster1.xml" Id="R649240f475f341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9511eb21c045c4" /><Relationship Type="http://schemas.openxmlformats.org/officeDocument/2006/relationships/notesMaster" Target="/ppt/notesMasters/notesMaster1.xml" Id="R07e5711b8ea449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bd6967367d45ae" /><Relationship Type="http://schemas.openxmlformats.org/officeDocument/2006/relationships/notesMaster" Target="/ppt/notesMasters/notesMaster1.xml" Id="R5d312c512cab41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75a1f7dd174b35" /><Relationship Type="http://schemas.openxmlformats.org/officeDocument/2006/relationships/notesMaster" Target="/ppt/notesMasters/notesMaster1.xml" Id="Reec3eb2549be4f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5d97625bb8462e" /><Relationship Type="http://schemas.openxmlformats.org/officeDocument/2006/relationships/notesMaster" Target="/ppt/notesMasters/notesMaster1.xml" Id="R8c2108a673da4d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aae57b5b8442f6" /><Relationship Type="http://schemas.openxmlformats.org/officeDocument/2006/relationships/notesMaster" Target="/ppt/notesMasters/notesMaster1.xml" Id="Re35e1dfc598f4bc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4835f1a4314263" /><Relationship Type="http://schemas.openxmlformats.org/officeDocument/2006/relationships/notesMaster" Target="/ppt/notesMasters/notesMaster1.xml" Id="R788d284a20324c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cb4e717525f445c" /><Relationship Type="http://schemas.openxmlformats.org/officeDocument/2006/relationships/notesMaster" Target="/ppt/notesMasters/notesMaster1.xml" Id="R4996e1fe5ff440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ff3725e0ba54a7b" /><Relationship Type="http://schemas.openxmlformats.org/officeDocument/2006/relationships/notesMaster" Target="/ppt/notesMasters/notesMaster1.xml" Id="Rd7da227b96864f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“Automasi aliran kerja dan proses makmal”.</a:t>
            </a:r>
          </a:p>
          <a:p xmlns:a="http://schemas.openxmlformats.org/drawingml/2006/main">
            <a:r>
              <a:t>Mesej utama: Petakan proses · kekalkan keputusan manusia · uji sebelum guna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Perkenalkan sumber proses JKR CREaTE tanpa memaparkan nama atau rekod sebenar.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“Apa yang akan dihasilkan?”.</a:t>
            </a:r>
          </a:p>
          <a:p xmlns:a="http://schemas.openxmlformats.org/drawingml/2006/main">
            <a:r>
              <a:t>Mesej utama: Satu spesifikasi automasi kecil yang boleh diuji.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Hasil ini ialah reka bentuk proses, bukan aplikasi pengeluaran.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“Empat bahan JKR CREaTE”.</a:t>
            </a:r>
          </a:p>
          <a:p xmlns:a="http://schemas.openxmlformats.org/drawingml/2006/main">
            <a:r>
              <a:t>Mesej utama: Proses sebenar memberi konteks; latihan menggunakan data rekaan.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Tegaskan bahawa dokumen asal tidak dimuat naik ke platform AI pengguna.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“Jangan mengautomasi kekeliruan”.</a:t>
            </a:r>
          </a:p>
          <a:p xmlns:a="http://schemas.openxmlformats.org/drawingml/2006/main">
            <a:r>
              <a:t>Mesej utama: Masalah kabur yang diautomasi menjadi masalah yang bergerak lebih pantas.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satu contoh proses yang kelihatan mudah tetapi mempunyai pengecualian.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“Tujuh unsur aliran terkawal”.</a:t>
            </a:r>
          </a:p>
          <a:p xmlns:a="http://schemas.openxmlformats.org/drawingml/2006/main">
            <a:r>
              <a:t>Mesej utama: Pencetus–Rekod–Semak–Keputusan–Tindakan–Bukti–Simpan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Gunakan urutan ini untuk kedua-dua cabang latihan.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“Siapa melakukan apa?”.</a:t>
            </a:r>
          </a:p>
          <a:p xmlns:a="http://schemas.openxmlformats.org/drawingml/2006/main">
            <a:r>
              <a:t>Mesej utama: Setiap langkah mesti mempunyai pelaku, input, keputusan dan hasil.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Elakkan kata kerja umum seperti “proses” atau “urus”. Gunakan tindakan yang boleh diperhatikan.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“Cari kehilangan nilai”.</a:t>
            </a:r>
          </a:p>
          <a:p xmlns:a="http://schemas.openxmlformats.org/drawingml/2006/main">
            <a:r>
              <a:t>Mesej utama: Jangan mulakan dengan nama aplikasi.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peserta petik langkah tepat bagi setiap isu.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“Peraturan, bantuan AI atau keputusan manusia?”.</a:t>
            </a:r>
          </a:p>
          <a:p xmlns:a="http://schemas.openxmlformats.org/drawingml/2006/main">
            <a:r>
              <a:t>Mesej utama: Tiga jenis kerja memerlukan kawalan berbeza.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Sistem dan AI tidak menjadi pegawai bertanggungjawab.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“Lengkap bukan bermaksud disahkan”.</a:t>
            </a:r>
          </a:p>
          <a:p xmlns:a="http://schemas.openxmlformats.org/drawingml/2006/main">
            <a:r>
              <a:t>Mesej utama: Status mesti mempunyai maksud dan pemilik yang jelas.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Tambah Dikembalikan sebagai laluan pembetulan, bukan kegagalan tersembunyi.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“Peta proses semasa · 25 minit”.</a:t>
            </a:r>
          </a:p>
          <a:p xmlns:a="http://schemas.openxmlformats.org/drawingml/2006/main">
            <a:r>
              <a:t>Mesej utama: Gunakan buku log, aliran QR, KEW.PA-9 atau MCCB.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Setiap kumpulan memilih satu cabang sahaja supaya peta cukup terperinci.</a:t>
            </a:r>
          </a:p>
          <a:p xmlns:a="http://schemas.openxmlformats.org/drawingml/2006/main">
            <a:r>
              <a:t>- Berikan arahan, nyatakan bukti siap dan tetapkan pemasa sebelum peserta bermula.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4–8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“Daripada QR kepada rekod rasmi”.</a:t>
            </a:r>
          </a:p>
          <a:p xmlns:a="http://schemas.openxmlformats.org/drawingml/2006/main">
            <a:r>
              <a:t>Mesej utama: Automasi menyusun perjalanan, bukan mengambil alih kuasa.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Notifikasi berlaku selepas serahan dan keputusan, tetapi bukan bukti kelulusan.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“Cabang pinjaman aset”.</a:t>
            </a:r>
          </a:p>
          <a:p xmlns:a="http://schemas.openxmlformats.org/drawingml/2006/main">
            <a:r>
              <a:t>Mesej utama: Jejak aset dari permohonan hingga penerimaan semula.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Rujuk struktur KEW.PA-9; gunakan identiti dan nombor aset rekaan.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“Peraturan membantu; pelulus memutuskan”.</a:t>
            </a:r>
          </a:p>
          <a:p xmlns:a="http://schemas.openxmlformats.org/drawingml/2006/main">
            <a:r>
              <a:t>Mesej utama: Sistem boleh mengesan ralat tetapi tidak memberi kelulusan.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peserta nyatakan pegawai atau peranan yang perlu disahkan oleh pemilik proses.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“Cabang pengujian MCCB”.</a:t>
            </a:r>
          </a:p>
          <a:p xmlns:a="http://schemas.openxmlformats.org/drawingml/2006/main">
            <a:r>
              <a:t>Mesej utama: Data teknikal memerlukan formula, bukti dan pengesahan.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Gunakan medan daripada F-CREaTE-ERL-TP02-01 tetapi semua nilai latihan rekaan.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“Apa yang boleh diperiksa sistem?”.</a:t>
            </a:r>
          </a:p>
          <a:p xmlns:a="http://schemas.openxmlformats.org/drawingml/2006/main">
            <a:r>
              <a:t>Mesej utama: Kelengkapan dan konsistensi boleh disemak sebelum penilaian teknikal.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Jangan mengajar bahawa formula sahaja menentukan penerimaan teknikal.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“Setiap perubahan meninggalkan jejak”.</a:t>
            </a:r>
          </a:p>
          <a:p xmlns:a="http://schemas.openxmlformats.org/drawingml/2006/main">
            <a:r>
              <a:t>Mesej utama: Auditor mesti boleh menjawab siapa, bila, apa dan mengapa.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Sejarah chat bukan jejak audit rasmi.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“Reka untuk kegagalan”.</a:t>
            </a:r>
          </a:p>
          <a:p xmlns:a="http://schemas.openxmlformats.org/drawingml/2006/main">
            <a:r>
              <a:t>Mesej utama: Laluan biasa sahaja belum membuktikan proses selamat.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Setiap kegagalan perlu hasil dijangka dan laluan pemulihan.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“Uji tiga laluan minimum”.</a:t>
            </a:r>
          </a:p>
          <a:p xmlns:a="http://schemas.openxmlformats.org/drawingml/2006/main">
            <a:r>
              <a:t>Mesej utama: Biasa · tidak lengkap · gagal dengan selamat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Catat hasil sebenar, bukan hanya hasil dijangka.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“Kecil, terukur dan boleh dihentikan”.</a:t>
            </a:r>
          </a:p>
          <a:p xmlns:a="http://schemas.openxmlformats.org/drawingml/2006/main">
            <a:r>
              <a:t>Mesej utama: Satu proses · pengguna terhad · tempoh pendek · bukti jelas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Percubaan tidak menggunakan rekod sebenar sebelum kawalan disahkan.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“Ukur nilai dan kawalan”.</a:t>
            </a:r>
          </a:p>
          <a:p xmlns:a="http://schemas.openxmlformats.org/drawingml/2006/main">
            <a:r>
              <a:t>Mesej utama: Cepat sahaja tidak mencukupi.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Tetapkan garis dasar sebelum percubaan.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“Had dan kawalan keselamatan”.</a:t>
            </a:r>
          </a:p>
          <a:p xmlns:a="http://schemas.openxmlformats.org/drawingml/2006/main">
            <a:r>
              <a:t>Mesej utama: Dokumen asal dan data sebenar kekal di luar platform AI pengguna.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Foto buku log asal tidak diedarkan kerana mengandungi nama individu.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“Bukti penyempurnaan”.</a:t>
            </a:r>
          </a:p>
          <a:p xmlns:a="http://schemas.openxmlformats.org/drawingml/2006/main">
            <a:r>
              <a:t>Mesej utama: Orang lain mesti boleh menilai cadangan tanpa sejarah chat.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Peserta menandakan bukti sebenar dalam exit ticket.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“Automasi yang baik tahu bila perlu berhenti”.</a:t>
            </a:r>
          </a:p>
          <a:p xmlns:a="http://schemas.openxmlformats.org/drawingml/2006/main">
            <a:r>
              <a:t>Mesej utama: Peraturan jelas · manusia berkuasa · pengecualian terkawal · rekod boleh diaudit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Jambatankan spesifikasi percubaan kepada dokumen projek dan pembentangan Modul 5.</a:t>
            </a:r>
          </a:p>
          <a:p xmlns:a="http://schemas.openxmlformats.org/drawingml/2006/main">
            <a:r>
              <a:t>- Minta peserta menyatakan satu tindakan susulan atau satu batasan yang mesti dikawal.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4/02-Kandungan-Slaid.md, Slaid 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777020be84a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78c803d7594fa9" /><Relationship Type="http://schemas.openxmlformats.org/officeDocument/2006/relationships/slideLayout" Target="/ppt/slideLayouts/slideLayout1.xml" Id="R0749a6f472ba4e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49a6f472ba4e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9073abddc4d28" /><Relationship Type="http://schemas.openxmlformats.org/officeDocument/2006/relationships/notesSlide" Target="/ppt/notesSlides/notesSlide1.xml" Id="R00957940e93c4e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4751bca984d6b" /><Relationship Type="http://schemas.openxmlformats.org/officeDocument/2006/relationships/notesSlide" Target="/ppt/notesSlides/notesSlide2.xml" Id="R3da9c5fc79d24b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60250b2d94db9" /><Relationship Type="http://schemas.openxmlformats.org/officeDocument/2006/relationships/notesSlide" Target="/ppt/notesSlides/notesSlide3.xml" Id="R12c236c4b0474d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181f0c518457d" /><Relationship Type="http://schemas.openxmlformats.org/officeDocument/2006/relationships/notesSlide" Target="/ppt/notesSlides/notesSlide4.xml" Id="R6f21c0e76c8040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b774fec614a27" /><Relationship Type="http://schemas.openxmlformats.org/officeDocument/2006/relationships/notesSlide" Target="/ppt/notesSlides/notesSlide5.xml" Id="Rfeea10a65a5a4d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7dfbd5988418e" /><Relationship Type="http://schemas.openxmlformats.org/officeDocument/2006/relationships/notesSlide" Target="/ppt/notesSlides/notesSlide6.xml" Id="Rd0d9ec061f5249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eb40e2a734731" /><Relationship Type="http://schemas.openxmlformats.org/officeDocument/2006/relationships/notesSlide" Target="/ppt/notesSlides/notesSlide7.xml" Id="R0165444b011f4d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007f954a742df" /><Relationship Type="http://schemas.openxmlformats.org/officeDocument/2006/relationships/notesSlide" Target="/ppt/notesSlides/notesSlide8.xml" Id="R293166ce4a854c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ad9e2d7c14172" /><Relationship Type="http://schemas.openxmlformats.org/officeDocument/2006/relationships/notesSlide" Target="/ppt/notesSlides/notesSlide9.xml" Id="Rc440fd0460364d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8081c7f714cdb" /><Relationship Type="http://schemas.openxmlformats.org/officeDocument/2006/relationships/notesSlide" Target="/ppt/notesSlides/notesSlide10.xml" Id="Re7d1dc8f2bbc41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e2ddb0b7e4548" /><Relationship Type="http://schemas.openxmlformats.org/officeDocument/2006/relationships/notesSlide" Target="/ppt/notesSlides/notesSlide11.xml" Id="Rf87146a5688243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82659fa0a4ed0" /><Relationship Type="http://schemas.openxmlformats.org/officeDocument/2006/relationships/notesSlide" Target="/ppt/notesSlides/notesSlide12.xml" Id="R37f0c7215a484c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0565c5d574c73" /><Relationship Type="http://schemas.openxmlformats.org/officeDocument/2006/relationships/notesSlide" Target="/ppt/notesSlides/notesSlide13.xml" Id="Rf0b7b34cbb4649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63e48a3c341fe" /><Relationship Type="http://schemas.openxmlformats.org/officeDocument/2006/relationships/notesSlide" Target="/ppt/notesSlides/notesSlide14.xml" Id="R383165aa3e774a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77c38fbda4deb" /><Relationship Type="http://schemas.openxmlformats.org/officeDocument/2006/relationships/notesSlide" Target="/ppt/notesSlides/notesSlide15.xml" Id="Rfab855aa39db44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d7b614d544506" /><Relationship Type="http://schemas.openxmlformats.org/officeDocument/2006/relationships/notesSlide" Target="/ppt/notesSlides/notesSlide16.xml" Id="R38cd8e37ccd948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d17cc9cd74b2f" /><Relationship Type="http://schemas.openxmlformats.org/officeDocument/2006/relationships/notesSlide" Target="/ppt/notesSlides/notesSlide17.xml" Id="R08846b6e55f44f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2e4985dce4998" /><Relationship Type="http://schemas.openxmlformats.org/officeDocument/2006/relationships/notesSlide" Target="/ppt/notesSlides/notesSlide18.xml" Id="Ra70b19211ce041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6a950181a4651" /><Relationship Type="http://schemas.openxmlformats.org/officeDocument/2006/relationships/notesSlide" Target="/ppt/notesSlides/notesSlide19.xml" Id="R2005189b1c3d47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4cd92d16f4f82" /><Relationship Type="http://schemas.openxmlformats.org/officeDocument/2006/relationships/notesSlide" Target="/ppt/notesSlides/notesSlide20.xml" Id="Raedf620bbdac48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79180ad0b4805" /><Relationship Type="http://schemas.openxmlformats.org/officeDocument/2006/relationships/notesSlide" Target="/ppt/notesSlides/notesSlide21.xml" Id="Re738c7be69b7424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e64806853419d" /><Relationship Type="http://schemas.openxmlformats.org/officeDocument/2006/relationships/notesSlide" Target="/ppt/notesSlides/notesSlide22.xml" Id="R40e7ff2b0d654e5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bf3acf38748d3" /><Relationship Type="http://schemas.openxmlformats.org/officeDocument/2006/relationships/notesSlide" Target="/ppt/notesSlides/notesSlide23.xml" Id="R2aaa3659964340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">
            <a:extLst xmlns:a="http://schemas.openxmlformats.org/drawingml/2006/main">
              <a:ext uri="{FF2B5EF4-FFF2-40B4-BE49-F238E27FC236}">
                <a16:creationId xmlns:a16="http://schemas.microsoft.com/office/drawing/2014/main" id="{BA96BCD1-CDE0-45CD-B760-5E0C4F82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4 · PEMBUKAAN</a:t>
            </a:r>
          </a:p>
        </p:txBody>
      </p:sp>
      <p:sp>
        <p:nvSpPr>
          <p:cNvPr id="2" name="number-1">
            <a:extLst xmlns:a="http://schemas.openxmlformats.org/drawingml/2006/main">
              <a:ext uri="{FF2B5EF4-FFF2-40B4-BE49-F238E27FC236}">
                <a16:creationId xmlns:a16="http://schemas.microsoft.com/office/drawing/2014/main" id="{8717D100-8410-4D5C-902A-1DCF105C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97FBA-55C4-4116-AF67-5AF73AA5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4167C0FC-3266-4636-A964-7F832DFF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1">
            <a:extLst xmlns:a="http://schemas.openxmlformats.org/drawingml/2006/main">
              <a:ext uri="{FF2B5EF4-FFF2-40B4-BE49-F238E27FC236}">
                <a16:creationId xmlns:a16="http://schemas.microsoft.com/office/drawing/2014/main" id="{F9757440-5971-4E57-89CC-F68D2C67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1/23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3A637-E46A-46E5-96F6-9D1D06A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40"/>
          </a:solidFill>
          <a:ln xmlns:a="http://schemas.openxmlformats.org/drawingml/2006/main" w="9525">
            <a:solidFill>
              <a:srgbClr val="4B6970"/>
            </a:solidFill>
            <a:prstDash val="solid"/>
          </a:ln>
        </p:spPr>
      </p:sp>
      <p:sp>
        <p:nvSpPr>
          <p:cNvPr id="7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35A071E1-98B8-4C71-A2B6-92459C30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4</a:t>
            </a:r>
          </a:p>
        </p:txBody>
      </p:sp>
      <p:sp>
        <p:nvSpPr>
          <p:cNvPr id="8" name="deck-title">
            <a:extLst xmlns:a="http://schemas.openxmlformats.org/drawingml/2006/main">
              <a:ext uri="{FF2B5EF4-FFF2-40B4-BE49-F238E27FC236}">
                <a16:creationId xmlns:a16="http://schemas.microsoft.com/office/drawing/2014/main" id="{956B6F00-71A3-453E-953B-C99864C4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Automasi aliran kerja dan proses makmal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BB32F-C24F-4E67-B7AE-6FCA31A3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7810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ck-lead">
            <a:extLst xmlns:a="http://schemas.openxmlformats.org/drawingml/2006/main">
              <a:ext uri="{FF2B5EF4-FFF2-40B4-BE49-F238E27FC236}">
                <a16:creationId xmlns:a16="http://schemas.microsoft.com/office/drawing/2014/main" id="{E9ED7A95-5AE1-4F31-AA15-7EB670A3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Petakan proses · kekalkan keputusan manusia · uji sebelum guna</a:t>
            </a:r>
          </a:p>
        </p:txBody>
      </p:sp>
      <p:sp>
        <p:nvSpPr>
          <p:cNvPr id="11" name="presenter">
            <a:extLst xmlns:a="http://schemas.openxmlformats.org/drawingml/2006/main">
              <a:ext uri="{FF2B5EF4-FFF2-40B4-BE49-F238E27FC236}">
                <a16:creationId xmlns:a16="http://schemas.microsoft.com/office/drawing/2014/main" id="{5E363F44-8CC0-4E37-B138-5ED5003A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Prof. Madya Dr. Mohd Murtadha Mohamad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29 Julai 2026 · CREaTE JKR</a:t>
            </a:r>
          </a:p>
        </p:txBody>
      </p:sp>
      <p:sp>
        <p:nvSpPr>
          <p:cNvPr id="12" name="duration">
            <a:extLst xmlns:a="http://schemas.openxmlformats.org/drawingml/2006/main">
              <a:ext uri="{FF2B5EF4-FFF2-40B4-BE49-F238E27FC236}">
                <a16:creationId xmlns:a16="http://schemas.microsoft.com/office/drawing/2014/main" id="{B545F40D-4FF4-4A44-BF93-91FB6A3E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578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120 MINIT</a:t>
            </a:r>
          </a:p>
        </p:txBody>
      </p:sp>
    </p:spTree>
    <p:extLst>
      <p:ext uri="{BB962C8B-B14F-4D97-AF65-F5344CB8AC3E}">
        <p14:creationId xmlns:p14="http://schemas.microsoft.com/office/powerpoint/2010/main" val="1082850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2">
            <a:extLst xmlns:a="http://schemas.openxmlformats.org/drawingml/2006/main">
              <a:ext uri="{FF2B5EF4-FFF2-40B4-BE49-F238E27FC236}">
                <a16:creationId xmlns:a16="http://schemas.microsoft.com/office/drawing/2014/main" id="{102AFD4F-DE65-4B39-A531-7DD5A3A0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 · HASIL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882DE9E7-A32A-41E5-9112-3F573AA2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C546D-46DA-4972-A552-B7188884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5128CAC7-EE7D-4D4E-8768-CD5E56B7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2">
            <a:extLst xmlns:a="http://schemas.openxmlformats.org/drawingml/2006/main">
              <a:ext uri="{FF2B5EF4-FFF2-40B4-BE49-F238E27FC236}">
                <a16:creationId xmlns:a16="http://schemas.microsoft.com/office/drawing/2014/main" id="{4CBECF5F-F112-415C-9EA7-3541EAC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D92F87-953D-4FF9-A284-CC6BC54B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Apa yang akan dihasilkan?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84CAE9C8-0F85-478A-A771-40BE9E6E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Satu spesifikasi automasi kecil yang boleh diuji.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21546-54B8-43AA-8D69-96F7BEA6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7EF9D-AAA8-4555-8469-2BB026E0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293DCC7A-5EFE-41EA-A1FB-43A62902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84F8F451-338F-4240-9EA4-E00605A8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Peta semasa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43A4C-71B0-435D-9AF9-C3345124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FF53F-BA2D-4E9D-B657-ED617E0C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2FF5B49C-DE36-483F-9C2A-847A4CBB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7EB4952C-2B38-4A53-A1F8-ECBB89A2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Senarai isu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CA73A-5992-40DD-A76C-85BEDFA0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F1BAF-2A3F-4EBF-BA54-68A9DAD5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05823E01-46A1-46C5-9F2F-D72C5A6F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750EBB1C-F327-47F6-B8BF-2C41E2C3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Peta cadangan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0FAEA-231B-44F9-9A47-EAED0065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BC253-6ACD-45CE-9A97-5253290F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E34F2DF8-77FD-4F89-B1A8-F8F65426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B9D389B1-88F7-4DE6-8EB4-E377D8AC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Kamus medan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BF6A2-95C4-4749-9025-4BE9068D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62B76B-04B0-4AFB-9797-1B993AAD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EBE3C7C0-2329-4DCF-941A-76C3DF5B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9955C04B-98D0-4445-B11E-07013EBB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Matriks peranan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2601EB-C9BE-42B2-945B-5127587F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BFB72-0A80-482A-BC4F-709D18C0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925B22F4-9903-49ED-8CFE-5617C718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01DDAD06-DDC9-45C4-9DD4-63EBC197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Kes ujian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63994B-F8A7-4CA2-8840-BF280FD9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A57924-7151-42D6-8857-F2E7030E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E1AA395B-6318-4414-9BB5-5FD75BDD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E515B7B1-329E-41AD-B391-C4AE62DE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Pelan sandaran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ADB530-74A9-47A3-869E-D766D94B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84879A-3C24-4BED-8D37-D8F4DF3A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0CE4D781-B45B-498A-AC9E-C65A0F59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43B63636-78D2-4D78-A175-E9662B49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Ukuran kejayaan</a:t>
            </a:r>
          </a:p>
        </p:txBody>
      </p:sp>
    </p:spTree>
    <p:extLst>
      <p:ext uri="{BB962C8B-B14F-4D97-AF65-F5344CB8AC3E}">
        <p14:creationId xmlns:p14="http://schemas.microsoft.com/office/powerpoint/2010/main" val="3975349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3">
            <a:extLst xmlns:a="http://schemas.openxmlformats.org/drawingml/2006/main">
              <a:ext uri="{FF2B5EF4-FFF2-40B4-BE49-F238E27FC236}">
                <a16:creationId xmlns:a16="http://schemas.microsoft.com/office/drawing/2014/main" id="{4550BB84-E913-41BE-A122-6E3D2393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 · SUMBER PROSES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1AF67283-AD54-4F60-8863-69145C7F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59653-D278-4A6A-BE41-C17D88EB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2810A4EF-77DD-4E48-A5CA-A68C200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3">
            <a:extLst xmlns:a="http://schemas.openxmlformats.org/drawingml/2006/main">
              <a:ext uri="{FF2B5EF4-FFF2-40B4-BE49-F238E27FC236}">
                <a16:creationId xmlns:a16="http://schemas.microsoft.com/office/drawing/2014/main" id="{B2C0005D-DBAC-4F0A-B71D-38144021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3/23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065C8-69EA-4AF1-AFA1-9B2E1815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Empat bahan JKR CREaTE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93EAEEB6-FFB6-48E7-84B9-806EFCE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Proses sebenar memberi konteks; latihan menggunakan data rekaan.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79265-FA58-4D92-9CFD-345C920F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0D25D-7DC1-47A4-A958-86289DD4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A43A5F34-0471-49FC-8D1D-FE74368C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Buku log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12D823B6-36A3-4D14-A127-4C873564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Aktiviti, tarikh, kehadiran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74032-E98D-4E91-8BFC-55FAC9F8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DD5C4-AD7A-4CFE-86B0-56A9ADCB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5612223D-000B-4F94-AC35-C2A481BD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Aliran QR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531BB953-FA45-42EB-BC04-463CF9A5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Masuk, pilih, rekod, bukti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6E4CE-C8FF-48C5-894C-91EFD26C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5AE87-4911-4EE2-99EF-DA459B4B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E7D779AA-DA75-4213-B2B4-915C7AB3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KEW.PA-9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9953F0E9-AF7B-4ECE-AE5F-86113054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Pinjaman dan pemulangan 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AC2CD-9F19-4046-A581-5BAA16B7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E2EA6-1BE6-4713-8909-390A5D02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B74CF2B7-90E0-4FD6-BF27-EFF4F38B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MCCB</a:t>
            </a:r>
          </a:p>
        </p:txBody>
      </p:sp>
      <p:sp>
        <p:nvSpPr>
          <p:cNvPr id="2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7B7343E1-6BCA-4FE2-BDFA-669E8CF7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Bacaan, peralatan dan pengesahan</a:t>
            </a:r>
          </a:p>
        </p:txBody>
      </p:sp>
    </p:spTree>
    <p:extLst>
      <p:ext uri="{BB962C8B-B14F-4D97-AF65-F5344CB8AC3E}">
        <p14:creationId xmlns:p14="http://schemas.microsoft.com/office/powerpoint/2010/main" val="87311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4">
            <a:extLst xmlns:a="http://schemas.openxmlformats.org/drawingml/2006/main">
              <a:ext uri="{FF2B5EF4-FFF2-40B4-BE49-F238E27FC236}">
                <a16:creationId xmlns:a16="http://schemas.microsoft.com/office/drawing/2014/main" id="{2743F01D-AE23-44CD-A8D2-643CB09E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4A · PRINSIP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CC7ED80A-4885-4289-9164-E3E7D41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BB3C6-6777-4D93-B209-C6EAB563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03B2AF2F-01EC-48E7-B969-0ED83A25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4">
            <a:extLst xmlns:a="http://schemas.openxmlformats.org/drawingml/2006/main">
              <a:ext uri="{FF2B5EF4-FFF2-40B4-BE49-F238E27FC236}">
                <a16:creationId xmlns:a16="http://schemas.microsoft.com/office/drawing/2014/main" id="{21358029-E65F-4D7B-9F2A-983D35FC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4/23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7107C7-CCE6-4B64-BABA-01CC473D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Jangan mengautomasi kekeliruan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112355BA-7E9C-4DB9-AFBD-8003FD7F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Masalah kabur yang diautomasi menjadi masalah yang bergerak lebih pantas.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529E8-6DB9-4F3A-B380-5A016800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FDEFC-51C7-442D-8CC2-6F0D9A3E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264D5D74-7867-451F-B79B-38D93A7A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F47588CC-475E-458A-A4D1-249D3EF0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Petakan</a:t>
            </a:r>
          </a:p>
        </p:txBody>
      </p:sp>
      <p:sp>
        <p:nvSpPr>
          <p:cNvPr id="12" name="card-body-0">
            <a:extLst xmlns:a="http://schemas.openxmlformats.org/drawingml/2006/main">
              <a:ext uri="{FF2B5EF4-FFF2-40B4-BE49-F238E27FC236}">
                <a16:creationId xmlns:a16="http://schemas.microsoft.com/office/drawing/2014/main" id="{900B4F14-061A-4AA1-97EB-17E9FA05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155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Apa berlaku sekarang?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2CAAA-879E-4656-9994-518C4E31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36924-2350-42FC-9DA9-804DB543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214C0EDB-9E90-477B-AF8B-0AEE0881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AB23660E-1E2B-47BB-A29D-84BB6D78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7432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Kawal</a:t>
            </a:r>
          </a:p>
        </p:txBody>
      </p:sp>
      <p:sp>
        <p:nvSpPr>
          <p:cNvPr id="1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69D27D2F-70EE-4E5D-B5F9-B5BA998C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429000"/>
            <a:ext cx="3155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Siapa memutuskan?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637F7-C2B4-434C-B245-40CC1FEB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815D1-C4A6-444D-9E96-A2747A8E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0FB13303-C70B-4889-96A8-E55E00B6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CCC042B5-CE09-418E-9851-5CF8F92F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Uji</a:t>
            </a:r>
          </a:p>
        </p:txBody>
      </p:sp>
      <p:sp>
        <p:nvSpPr>
          <p:cNvPr id="22" name="card-body-2">
            <a:extLst xmlns:a="http://schemas.openxmlformats.org/drawingml/2006/main">
              <a:ext uri="{FF2B5EF4-FFF2-40B4-BE49-F238E27FC236}">
                <a16:creationId xmlns:a16="http://schemas.microsoft.com/office/drawing/2014/main" id="{528E20CE-C135-40D0-96B3-63DD353A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429000"/>
            <a:ext cx="3155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Apa berlaku apabila gagal?</a:t>
            </a:r>
          </a:p>
        </p:txBody>
      </p:sp>
    </p:spTree>
    <p:extLst>
      <p:ext uri="{BB962C8B-B14F-4D97-AF65-F5344CB8AC3E}">
        <p14:creationId xmlns:p14="http://schemas.microsoft.com/office/powerpoint/2010/main" val="128127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-5">
            <a:extLst xmlns:a="http://schemas.openxmlformats.org/drawingml/2006/main">
              <a:ext uri="{FF2B5EF4-FFF2-40B4-BE49-F238E27FC236}">
                <a16:creationId xmlns:a16="http://schemas.microsoft.com/office/drawing/2014/main" id="{2620B7F9-F2EF-4EAA-AAB1-07224F10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4A · KERANGKA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DB18F98C-3F88-4773-820F-63708A10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E7E4E-EDFA-42A5-9152-7C0F8B0E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4C08868E-B5CC-4AF5-ABCE-847B76AC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5">
            <a:extLst xmlns:a="http://schemas.openxmlformats.org/drawingml/2006/main">
              <a:ext uri="{FF2B5EF4-FFF2-40B4-BE49-F238E27FC236}">
                <a16:creationId xmlns:a16="http://schemas.microsoft.com/office/drawing/2014/main" id="{DBE0294B-F787-4C9B-A88A-A8F1C85A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5/23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9EDC3A-70D0-4F1A-A3B9-67F38030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Tujuh unsur aliran terkawal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83CEBF23-EBAF-435A-9FEE-9382B4EC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Pencetus–Rekod–Semak–Keputusan–Tindakan–Bukti–Simpan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C4EA5-B9F5-4EAD-A1BA-231298F4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A7AB4-D126-4691-B6BC-DBAEEC06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23D47CC9-970C-4F47-90BA-65965B48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7A3DE4EB-7E70-470B-A816-A935C6BC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Pencetus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F222F-943A-49F3-8E25-59C5A556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584DC-7246-4D38-A688-B700390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E9CF7EC6-CA6A-4A40-A0FD-19BDC3CF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2DA24BDD-098C-4B35-ABDF-964F48D1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Rekod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3E9DA-4E26-45B4-A394-28E85B50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AD647-C2D8-475F-845B-5623EF92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D963BECE-BEF7-4E15-9321-EDA79B99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84D33B4A-D696-4A3C-A677-3FD7D88E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Semak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A76BA-72A5-4841-9A7A-26EA0A5D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E8D4A-ECB7-453D-A3B5-8100B11D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C926C82A-D152-40A6-B4AA-E3EC6EAD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E3648578-89F2-430C-BD5B-4AF5C14F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696DE-2D7B-4236-A446-B4FCD3D6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AF362-DE10-4850-8E99-7DA8BAEA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182F82E7-35EB-4E35-B092-1F10126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94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168527BD-26A1-48C1-BB0C-6BDEE47A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94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Tindakan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6A18A6-8127-479F-89B2-3429E5BB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931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51BF73-C758-401D-AF17-34AC97AA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931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022405C8-4899-40A7-BF4C-4BF5396E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481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9B55AF28-C953-4F52-B9D3-4A0D9398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481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Bukti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BD5396-364A-4F85-B715-18106EA2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519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C31E79-7B8E-4CCC-9F4F-533017B0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519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9DE15895-69CB-4CA4-8DAD-840C1EC7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069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D4FEE26D-2668-41CB-8C5E-29F5C4CD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069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Simpan</a:t>
            </a:r>
          </a:p>
        </p:txBody>
      </p:sp>
    </p:spTree>
    <p:extLst>
      <p:ext uri="{BB962C8B-B14F-4D97-AF65-F5344CB8AC3E}">
        <p14:creationId xmlns:p14="http://schemas.microsoft.com/office/powerpoint/2010/main" val="2098327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6">
            <a:extLst xmlns:a="http://schemas.openxmlformats.org/drawingml/2006/main">
              <a:ext uri="{FF2B5EF4-FFF2-40B4-BE49-F238E27FC236}">
                <a16:creationId xmlns:a16="http://schemas.microsoft.com/office/drawing/2014/main" id="{481B7A8D-8B18-4F81-97C6-7ED80C09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4A · PETA SEMASA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76938E57-490F-4B50-A307-A5891641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9CF20-B6D0-4FAA-BC0B-00B7FD68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A86F07C7-E11E-42E7-BDF0-6DAC7586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6">
            <a:extLst xmlns:a="http://schemas.openxmlformats.org/drawingml/2006/main">
              <a:ext uri="{FF2B5EF4-FFF2-40B4-BE49-F238E27FC236}">
                <a16:creationId xmlns:a16="http://schemas.microsoft.com/office/drawing/2014/main" id="{2494A0E7-8F8B-49EB-95A9-B7AD26C2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6/23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C4F930-4A05-4885-BA06-4EAE9C30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Siapa melakukan apa?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BA661D91-B115-48D9-86B8-16045A5A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Setiap langkah mesti mempunyai pelaku, input, keputusan dan hasil.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61E1A-8EA1-481A-8DA4-33114E06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7E145-E42E-484E-8D04-BFE04016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24D69532-5634-4898-B80A-586DAA9C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1F8DC94D-8F35-4C8D-AC3E-197B042A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Pelaku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3A358-A2D2-4A68-A80C-24A8FD8F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15A9E-6325-4C64-ACDE-D0B8960E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F2428D02-E457-4FED-B628-21F03CB1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1A1F733E-2DC1-4AB9-9135-399B68FC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Tindakan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AD09B-950B-4162-9960-C773A54E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4E9EB-FD9C-4D7A-A202-F35B8A68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51C36125-30BB-47A8-9A10-9D0E861E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03C4711C-E7F7-4324-83DE-52BE875C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Data masuk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BA46A-35AA-41FF-AD2B-66D57E93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245A8-C0A5-4D72-9F41-7158CEFB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E18EC820-5D2E-4908-9C3A-03E71330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39EBE221-0573-458D-BF4F-2B4DA445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15C84C-043A-46FF-8F5F-B4FC830D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0856E4-7BF9-4002-A3F1-A05A96C4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26EBD9A4-F2C4-435B-8462-BA429D3A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DA586FF7-8397-4E13-A995-C80BE254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Bukti/hasil</a:t>
            </a:r>
          </a:p>
        </p:txBody>
      </p:sp>
    </p:spTree>
    <p:extLst>
      <p:ext uri="{BB962C8B-B14F-4D97-AF65-F5344CB8AC3E}">
        <p14:creationId xmlns:p14="http://schemas.microsoft.com/office/powerpoint/2010/main" val="10711681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7">
            <a:extLst xmlns:a="http://schemas.openxmlformats.org/drawingml/2006/main">
              <a:ext uri="{FF2B5EF4-FFF2-40B4-BE49-F238E27FC236}">
                <a16:creationId xmlns:a16="http://schemas.microsoft.com/office/drawing/2014/main" id="{F46F5B21-7707-4DDC-A736-0146A5E6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4A · ISU</a:t>
            </a:r>
          </a:p>
        </p:txBody>
      </p:sp>
      <p:sp>
        <p:nvSpPr>
          <p:cNvPr id="2" name="number-7">
            <a:extLst xmlns:a="http://schemas.openxmlformats.org/drawingml/2006/main">
              <a:ext uri="{FF2B5EF4-FFF2-40B4-BE49-F238E27FC236}">
                <a16:creationId xmlns:a16="http://schemas.microsoft.com/office/drawing/2014/main" id="{CBF1A4BB-7E94-4C5B-8C64-F9550E75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D1A6E-9B5B-4233-9098-82A61873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3A368581-68D3-47EB-8CE5-DA93349F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7">
            <a:extLst xmlns:a="http://schemas.openxmlformats.org/drawingml/2006/main">
              <a:ext uri="{FF2B5EF4-FFF2-40B4-BE49-F238E27FC236}">
                <a16:creationId xmlns:a16="http://schemas.microsoft.com/office/drawing/2014/main" id="{5F55F9DF-55C8-4AA8-812E-D411773B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7/23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D1DAF8-9A3A-4DB3-859B-4C5F8276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Cari kehilangan nilai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D53EA952-E9F1-44E0-A108-FF2B9022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Jangan mulakan dengan nama aplikasi.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0885E-15D5-4DF4-9B64-25C0B06D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0AEC3-35DF-4F1F-BA86-35C939A1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538B17B9-1061-4BE0-A275-E2490DFE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0D09379C-4912-4880-8C14-DD44F1D0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Data berulang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3BB68-C0C9-433C-898C-D594D1F0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9D091-E7D4-4B36-A005-45A701D5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8DB09789-CE77-4C73-878B-AD65A138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5B267A2C-4F77-4926-AE95-13B1AD80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Menunggu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6AAAC-AE8D-49D9-90D8-8521EC2E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272D3-AC5E-4AA4-BD85-9E876950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03CF7E6D-7877-4A93-8081-530E4EF2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5BBDED06-964E-4B3F-A76E-17076FB9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Serahan manual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903A6-28BA-4116-B98D-A777DA17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341E0C-23B5-4A3A-B244-A765B187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E063B9DA-EA86-4C38-A99F-70EAC05F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660D86EA-E3EC-4463-8406-1CDA5851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Medan kosong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CC34AD-3347-4215-B2D3-D46C12B9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BFE3BE-AD27-4318-8873-82F42A11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0E7BDFCD-B59F-4D0D-A022-EEAB3821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2C9D49E7-5372-414C-928A-FCF1D8C4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Status kabur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63ADBA-9DDF-4E31-870A-C778831F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6357F0-2723-46C9-8CB9-0D624B0C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4C171F1B-88B1-4F70-A483-D6F6A678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6DCE99E6-23BE-4E8D-8278-5E04AD02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Bukti hilang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E6A27B-DACC-43F9-982B-312A4AFA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941EE1-9811-4A03-AAE4-5D900484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B4E445FD-8E38-4844-A085-C139E961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88BF95AB-5830-4173-A802-A876F303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Versi bercampur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4F7922-16C4-4633-986D-A406EF4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A701A7-A9E7-43AE-8365-87B7031A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9A5F794A-5A8A-4450-A8B0-E65A7A21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88F3B47D-AF0A-46B7-883D-23C970FE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Tiada pemilik</a:t>
            </a:r>
          </a:p>
        </p:txBody>
      </p:sp>
    </p:spTree>
    <p:extLst>
      <p:ext uri="{BB962C8B-B14F-4D97-AF65-F5344CB8AC3E}">
        <p14:creationId xmlns:p14="http://schemas.microsoft.com/office/powerpoint/2010/main" val="6520017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8">
            <a:extLst xmlns:a="http://schemas.openxmlformats.org/drawingml/2006/main">
              <a:ext uri="{FF2B5EF4-FFF2-40B4-BE49-F238E27FC236}">
                <a16:creationId xmlns:a16="http://schemas.microsoft.com/office/drawing/2014/main" id="{D572B7E2-CB4C-4A04-BBB5-B10320E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4A · JENIS KERJA</a:t>
            </a:r>
          </a:p>
        </p:txBody>
      </p:sp>
      <p:sp>
        <p:nvSpPr>
          <p:cNvPr id="2" name="number-8">
            <a:extLst xmlns:a="http://schemas.openxmlformats.org/drawingml/2006/main">
              <a:ext uri="{FF2B5EF4-FFF2-40B4-BE49-F238E27FC236}">
                <a16:creationId xmlns:a16="http://schemas.microsoft.com/office/drawing/2014/main" id="{F3F22210-4EEF-4C23-93EC-C0F15E82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A0D21-CFEE-4755-BDFB-0534CC5B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768E959A-A7BA-44A0-8D9B-4EC03607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8">
            <a:extLst xmlns:a="http://schemas.openxmlformats.org/drawingml/2006/main">
              <a:ext uri="{FF2B5EF4-FFF2-40B4-BE49-F238E27FC236}">
                <a16:creationId xmlns:a16="http://schemas.microsoft.com/office/drawing/2014/main" id="{0D3C75EA-33FE-4107-871C-62BD3649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8/23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6967C4-67E5-4D91-952A-99ABB16F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Peraturan, bantuan AI atau keputusan manusia?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7AE7828A-B283-498B-B43E-C308846A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Tiga jenis kerja memerlukan kawalan berbeza.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08A0C-B2E6-4EC6-8DF6-55A9E53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4866C-84DA-43EE-93E9-31B0569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3CCB7BB7-A26D-4723-9097-DA42CAEF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Peraturan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CCC57BB9-9845-45FC-A10B-0D1F511B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Medan wajib · format · pengiraan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A139A-9BD9-4A35-B4F9-175EA643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B2FD8-B347-4D40-AD52-60BD82C4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82B8FA15-D13E-4B9B-85EF-9316532C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Bantuan AI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C5726FFB-3384-48B0-9491-DDCC9226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Draf · ringkasan · cadangan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96C08-2A93-4B54-82B2-32930EB4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407F2-FAF1-4C51-A8BF-DE82E31C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136EBC0F-62B8-4B21-B1A2-7D651E10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Manusia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0E7ED28C-145C-48A8-B5AD-F25A0736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Lulus · sah · terima risiko</a:t>
            </a:r>
          </a:p>
        </p:txBody>
      </p:sp>
    </p:spTree>
    <p:extLst>
      <p:ext uri="{BB962C8B-B14F-4D97-AF65-F5344CB8AC3E}">
        <p14:creationId xmlns:p14="http://schemas.microsoft.com/office/powerpoint/2010/main" val="6847898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9">
            <a:extLst xmlns:a="http://schemas.openxmlformats.org/drawingml/2006/main">
              <a:ext uri="{FF2B5EF4-FFF2-40B4-BE49-F238E27FC236}">
                <a16:creationId xmlns:a16="http://schemas.microsoft.com/office/drawing/2014/main" id="{3F04FE72-A5EB-4454-B8D8-300E91B1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4A · STATUS</a:t>
            </a:r>
          </a:p>
        </p:txBody>
      </p:sp>
      <p:sp>
        <p:nvSpPr>
          <p:cNvPr id="2" name="number-9">
            <a:extLst xmlns:a="http://schemas.openxmlformats.org/drawingml/2006/main">
              <a:ext uri="{FF2B5EF4-FFF2-40B4-BE49-F238E27FC236}">
                <a16:creationId xmlns:a16="http://schemas.microsoft.com/office/drawing/2014/main" id="{5C1E82BD-4E8A-4A27-8043-981E0E4B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A0A97-3003-4814-8BA6-94592B00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75234E86-6429-442F-88D7-72F1FC63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9">
            <a:extLst xmlns:a="http://schemas.openxmlformats.org/drawingml/2006/main">
              <a:ext uri="{FF2B5EF4-FFF2-40B4-BE49-F238E27FC236}">
                <a16:creationId xmlns:a16="http://schemas.microsoft.com/office/drawing/2014/main" id="{9ECD7C57-3958-45CA-A906-6225CB59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9/23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BC24EE-562F-4509-9EFF-A4238C39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Lengkap bukan bermaksud disahkan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763BB593-68E6-45B8-BFA9-C5F0AA4A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Status mesti mempunyai maksud dan pemilik yang jelas.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7C2E0-081F-40C0-8D32-2C406F3B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34641-A921-4B2B-9344-9C3B379B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EA776806-9758-4294-B5C4-E58A7318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Draf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82D1B-7C63-4402-9CF7-AE5F9A3B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51139-3829-4E30-A89A-54341E8E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1B919019-47CD-4D95-9642-F08032EA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Tidak Lengkap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2E023-A7F5-4DC4-BACF-0AA417D1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62EAA-161E-4199-8135-37A5AC4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3561C247-501D-409C-94C1-E62E4EC8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Sedia Disemak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3B930-B680-41E6-AA41-A12D4BC7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2FE6C-9554-4018-B01B-2AB86B51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E1DDFB42-E449-4D0E-A6E3-95718C23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Dalam Semakan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DDFBB6-6CF1-477D-919B-DA9EED4C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4F495-0AEA-4E5B-8AD4-59C02077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FBE07FAA-08FB-42B2-9C09-84EF15EF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719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Disahkan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146C6-33A1-45A0-84F0-B46344E3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85C8F2-C668-4EF0-BCB5-F8759A05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AA068FF5-C081-459C-8510-83455BE3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719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Ditutup</a:t>
            </a:r>
          </a:p>
        </p:txBody>
      </p:sp>
    </p:spTree>
    <p:extLst>
      <p:ext uri="{BB962C8B-B14F-4D97-AF65-F5344CB8AC3E}">
        <p14:creationId xmlns:p14="http://schemas.microsoft.com/office/powerpoint/2010/main" val="2431339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10">
            <a:extLst xmlns:a="http://schemas.openxmlformats.org/drawingml/2006/main">
              <a:ext uri="{FF2B5EF4-FFF2-40B4-BE49-F238E27FC236}">
                <a16:creationId xmlns:a16="http://schemas.microsoft.com/office/drawing/2014/main" id="{99D58F66-7276-4D6A-8540-B6CC881A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4A · AKTIVITI</a:t>
            </a:r>
          </a:p>
        </p:txBody>
      </p:sp>
      <p:sp>
        <p:nvSpPr>
          <p:cNvPr id="2" name="number-10">
            <a:extLst xmlns:a="http://schemas.openxmlformats.org/drawingml/2006/main">
              <a:ext uri="{FF2B5EF4-FFF2-40B4-BE49-F238E27FC236}">
                <a16:creationId xmlns:a16="http://schemas.microsoft.com/office/drawing/2014/main" id="{0C01BFA6-3DA9-4DD7-926D-BFB6B49E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15ADD-6837-4C61-B3BF-C1237EA2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E4654AB1-874D-4E5F-ADF3-F42A0C1C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10">
            <a:extLst xmlns:a="http://schemas.openxmlformats.org/drawingml/2006/main">
              <a:ext uri="{FF2B5EF4-FFF2-40B4-BE49-F238E27FC236}">
                <a16:creationId xmlns:a16="http://schemas.microsoft.com/office/drawing/2014/main" id="{7678EA68-9C08-425B-A695-B227534E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10/23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652AA6-F824-45F6-BBC1-0AE2CDBF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Peta proses semasa · 25 minit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8F75E1B5-959A-429C-A25C-1E5A5212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Gunakan buku log, aliran QR, KEW.PA-9 atau MCCB.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A3CC0-E8D8-4F85-AC6F-7102565E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AAFE1-544D-46AF-9008-8462CEA4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4C8CA78D-8450-46C4-97EF-1301AF60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0–7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B86CE951-2A95-4777-AE54-86605A96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Ekstrak langkah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3C64B-38EF-4CFF-9DE8-F4A21CDD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3E30B-8E57-4263-A30A-2E25828C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224AA4C5-0A59-4D34-AF28-6DFA1283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7–14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3E74A4FE-D443-48A1-B6E8-7320015F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Tanda keputusan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B7124-F544-4201-8023-6B090B86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88B3A-4F49-4A6C-89B2-3C06A7DD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EAE26AD0-F45E-43B0-A8E6-2EE8D2D7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14–20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0857602D-CB25-4BD5-94B9-C96C0187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Cari isu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082C4-642E-41B3-AFF0-5532FF6E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CA55F-EA0A-4F50-90AD-E1281F18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CEF42A6E-1D87-4228-AC07-FAE0D2EA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20–25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9BA22813-0330-4E64-A7C8-64B024DA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Semak silang</a:t>
            </a:r>
          </a:p>
        </p:txBody>
      </p:sp>
    </p:spTree>
    <p:extLst>
      <p:ext uri="{BB962C8B-B14F-4D97-AF65-F5344CB8AC3E}">
        <p14:creationId xmlns:p14="http://schemas.microsoft.com/office/powerpoint/2010/main" val="2544850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11">
            <a:extLst xmlns:a="http://schemas.openxmlformats.org/drawingml/2006/main">
              <a:ext uri="{FF2B5EF4-FFF2-40B4-BE49-F238E27FC236}">
                <a16:creationId xmlns:a16="http://schemas.microsoft.com/office/drawing/2014/main" id="{AC9AEE37-3B8E-4657-BD26-3E7A95C9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4B · ALIRAN SASARAN</a:t>
            </a:r>
          </a:p>
        </p:txBody>
      </p:sp>
      <p:sp>
        <p:nvSpPr>
          <p:cNvPr id="2" name="number-11">
            <a:extLst xmlns:a="http://schemas.openxmlformats.org/drawingml/2006/main">
              <a:ext uri="{FF2B5EF4-FFF2-40B4-BE49-F238E27FC236}">
                <a16:creationId xmlns:a16="http://schemas.microsoft.com/office/drawing/2014/main" id="{DE269482-8257-42BD-A8D2-4671A2FF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65764-0114-4177-B4C6-C3D85D6D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93331F7D-CDFC-4288-A24C-73BFB186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11">
            <a:extLst xmlns:a="http://schemas.openxmlformats.org/drawingml/2006/main">
              <a:ext uri="{FF2B5EF4-FFF2-40B4-BE49-F238E27FC236}">
                <a16:creationId xmlns:a16="http://schemas.microsoft.com/office/drawing/2014/main" id="{C671E1AB-03B9-4316-A0E6-B733A673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11/23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4CCAE5-6089-4602-A8EC-894A75F8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Daripada QR kepada rekod rasmi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EDE4792F-72EF-44AA-898D-9F4B1F36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Automasi menyusun perjalanan, bukan mengambil alih kuasa.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FA616-24E6-4031-A3F4-BDEC2C8B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491B0-B07F-485D-8262-77223C45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C8EFC449-9914-4B99-AE61-C7D58351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Imbas QR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CD7FF-D8FE-4557-BA64-CA40C00A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FC785-E4AE-4938-967B-C116EC53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D7083B31-5DF2-4720-8100-DE43141D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384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Pilih aktiviti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D7AA9-3610-40D5-88C1-A809EE85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4E0C2-87AE-49E1-8DFA-1297C24C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A84D81FF-0C8E-42D7-A8AF-C4F53497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384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Isi rekod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53201-D9CD-4CB9-B5EB-10104951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80166-29EB-4558-9C4E-6BAA5558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BFA6FEB9-9774-4756-94D2-2491AA95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4384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Lampir bukti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E6823-20C2-4CFF-97FE-7AD7FB88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89EF9-712C-41FA-A1F3-916B687D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1EDE700B-77CE-422A-BCE3-A63D9878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94" y="43719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Semak peraturan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0E2C2-B332-49A3-95E9-0490A58D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931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AD443A-1A04-4373-9868-3FF2FBC5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931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B59DBAE8-6A78-4F86-8D87-B7CF0232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481" y="43719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Semak pegawai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BF723-E010-4511-906A-9C7D4948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519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D5B2FB-2A04-48A4-921B-C1E6F9E4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519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3F59991B-49A2-455C-A848-4147C423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069" y="43719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Simpan rasmi</a:t>
            </a:r>
          </a:p>
        </p:txBody>
      </p:sp>
    </p:spTree>
    <p:extLst>
      <p:ext uri="{BB962C8B-B14F-4D97-AF65-F5344CB8AC3E}">
        <p14:creationId xmlns:p14="http://schemas.microsoft.com/office/powerpoint/2010/main" val="13530402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12">
            <a:extLst xmlns:a="http://schemas.openxmlformats.org/drawingml/2006/main">
              <a:ext uri="{FF2B5EF4-FFF2-40B4-BE49-F238E27FC236}">
                <a16:creationId xmlns:a16="http://schemas.microsoft.com/office/drawing/2014/main" id="{C0E8C256-624A-4E9C-9A28-F190AF81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4B · KEW.PA-9</a:t>
            </a:r>
          </a:p>
        </p:txBody>
      </p:sp>
      <p:sp>
        <p:nvSpPr>
          <p:cNvPr id="2" name="number-12">
            <a:extLst xmlns:a="http://schemas.openxmlformats.org/drawingml/2006/main">
              <a:ext uri="{FF2B5EF4-FFF2-40B4-BE49-F238E27FC236}">
                <a16:creationId xmlns:a16="http://schemas.microsoft.com/office/drawing/2014/main" id="{C4A24903-A122-4566-B549-95845A5A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67D34-577D-42F9-9A35-5DAED6CF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B2A4EAD6-6EC3-41AF-A3E8-92A52D33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12">
            <a:extLst xmlns:a="http://schemas.openxmlformats.org/drawingml/2006/main">
              <a:ext uri="{FF2B5EF4-FFF2-40B4-BE49-F238E27FC236}">
                <a16:creationId xmlns:a16="http://schemas.microsoft.com/office/drawing/2014/main" id="{174E2E06-5B59-433F-82D9-1BA16252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12/23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33D91F-E823-4F96-84C0-141750ED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Cabang pinjaman aset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5B3F6495-4A24-4597-9D5B-3A940655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Jejak aset dari permohonan hingga penerimaan semula.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88F28-CE86-44F7-AC77-32CA9823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850C8-94A8-4B9D-89CE-9271041B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F7B6E698-6791-4814-BE9A-73FF4D63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D2B4F29E-B450-48BF-BE23-D0FCDFEF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Permohonan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B2140-59AD-4923-8281-59520DC6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85DEB-A831-4819-A5B9-05AD21C8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F5052ABF-6047-482E-9019-8817917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B644B917-5DD4-46F9-9BE3-3B9BF020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Aset &amp; tarikh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AA5A6-5502-480F-A690-9B855569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15C8A-1CA2-4008-BD6D-6CFE0BEB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8C695146-9828-4202-8001-196DC914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48000A0F-56EA-4548-BCA7-1F0E7FA7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Keputusan pelulus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79437-A91E-4D4D-B951-9EC30983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F3881-C19D-4992-8111-DC8A9350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BE191A4E-FF07-430D-B43F-E0050096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2C252889-617E-4B3B-BE62-F8FF8C59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Serahan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201B8B-C757-489A-B098-26B2B5C1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34ECB9-4B44-4890-AF44-E39872D8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ECF1BB04-B9DA-4AA3-BEE6-874CF72D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F169CE7F-75B6-47A1-BD0A-B4A7D5E6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Pemulangan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1BE323-8ED8-4580-AEDD-9BAB959A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A83B7A-3DEF-4A29-8F56-21889275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3B46B9B5-8F19-4A81-AC2F-C7869397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E79E2AE6-04DE-476E-B072-EB87CCFE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Penerimaan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F491FF-9D2E-4A40-A071-DDA122E0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C199CA-4EA6-4D10-A452-20EB9000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FE13B446-6DB4-4ACE-8B4A-3A9A10EC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70B4CC73-A7EA-4D8C-B898-C137EC21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Catatan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9BE059-C476-4805-A452-F085EA99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B29D2D-633F-4B2A-9F1F-A39BAAF8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4D7902BE-A8A9-4A1F-9297-8858F441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987504B2-A523-433E-BA1D-879432F8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Penutupan</a:t>
            </a:r>
          </a:p>
        </p:txBody>
      </p:sp>
    </p:spTree>
    <p:extLst>
      <p:ext uri="{BB962C8B-B14F-4D97-AF65-F5344CB8AC3E}">
        <p14:creationId xmlns:p14="http://schemas.microsoft.com/office/powerpoint/2010/main" val="10441028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3">
            <a:extLst xmlns:a="http://schemas.openxmlformats.org/drawingml/2006/main">
              <a:ext uri="{FF2B5EF4-FFF2-40B4-BE49-F238E27FC236}">
                <a16:creationId xmlns:a16="http://schemas.microsoft.com/office/drawing/2014/main" id="{8B6A748A-8D6C-4223-AF76-DD5E8827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4B · KEW.PA-9</a:t>
            </a:r>
          </a:p>
        </p:txBody>
      </p:sp>
      <p:sp>
        <p:nvSpPr>
          <p:cNvPr id="2" name="number-13">
            <a:extLst xmlns:a="http://schemas.openxmlformats.org/drawingml/2006/main">
              <a:ext uri="{FF2B5EF4-FFF2-40B4-BE49-F238E27FC236}">
                <a16:creationId xmlns:a16="http://schemas.microsoft.com/office/drawing/2014/main" id="{549A756D-FB24-4BAB-8FB2-415990E9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F3014-DC92-4C18-ABAD-DE9032C8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25757152-BECD-428D-97D3-9D493818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13">
            <a:extLst xmlns:a="http://schemas.openxmlformats.org/drawingml/2006/main">
              <a:ext uri="{FF2B5EF4-FFF2-40B4-BE49-F238E27FC236}">
                <a16:creationId xmlns:a16="http://schemas.microsoft.com/office/drawing/2014/main" id="{C69BE494-1E9A-483F-BFE9-5F9AF41F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13/23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6EB6D-C253-4529-86AE-8FCBE4D9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Peraturan membantu; pelulus memutuskan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7EDC2B32-153B-4E08-9734-8D7BDF09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Sistem boleh mengesan ralat tetapi tidak memberi kelulusan.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9B287-B83A-4070-B88B-70A2CF0A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5419725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4CE72-CE08-4F83-8AB7-668830A2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53F22182-65A0-49B7-8E01-EDF753AB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01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BOLEH AUTOMATIK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0BB1CE43-0A81-4D28-A51E-B8185EFD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5019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Medan wajib</a:t>
            </a:r>
          </a:p>
        </p:txBody>
      </p:sp>
      <p:sp>
        <p:nvSpPr>
          <p:cNvPr id="12" name="card-body-0">
            <a:extLst xmlns:a="http://schemas.openxmlformats.org/drawingml/2006/main">
              <a:ext uri="{FF2B5EF4-FFF2-40B4-BE49-F238E27FC236}">
                <a16:creationId xmlns:a16="http://schemas.microsoft.com/office/drawing/2014/main" id="{AA80F301-A5D7-4A8B-819D-CA9309B2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01967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Tarikh · format ID · kelengkapan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67EE9-E248-45C5-B68C-2010A3B4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5419725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42BDF-631E-4BBE-A6E5-D28ABA6C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E484EB50-ECC3-4873-909A-03D37E50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501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WAJIB MANUSIA</a:t>
            </a:r>
          </a:p>
        </p:txBody>
      </p:sp>
      <p:sp>
        <p:nvSpPr>
          <p:cNvPr id="1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55118D27-84A3-475B-98CA-A92D9E51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5019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1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A03222F8-D4E0-4D10-9088-A0153CA5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29000"/>
            <a:ext cx="501967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Lulus/tidak lulus · pengecualian · penerimaan</a:t>
            </a:r>
          </a:p>
        </p:txBody>
      </p:sp>
    </p:spTree>
    <p:extLst>
      <p:ext uri="{BB962C8B-B14F-4D97-AF65-F5344CB8AC3E}">
        <p14:creationId xmlns:p14="http://schemas.microsoft.com/office/powerpoint/2010/main" val="12467098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14">
            <a:extLst xmlns:a="http://schemas.openxmlformats.org/drawingml/2006/main">
              <a:ext uri="{FF2B5EF4-FFF2-40B4-BE49-F238E27FC236}">
                <a16:creationId xmlns:a16="http://schemas.microsoft.com/office/drawing/2014/main" id="{185ADD63-5C82-4C16-BC39-CEA10A2D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4B · MCCB</a:t>
            </a:r>
          </a:p>
        </p:txBody>
      </p:sp>
      <p:sp>
        <p:nvSpPr>
          <p:cNvPr id="2" name="number-14">
            <a:extLst xmlns:a="http://schemas.openxmlformats.org/drawingml/2006/main">
              <a:ext uri="{FF2B5EF4-FFF2-40B4-BE49-F238E27FC236}">
                <a16:creationId xmlns:a16="http://schemas.microsoft.com/office/drawing/2014/main" id="{F33D6174-A1DA-43BD-86D1-DF329661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45247-9FE9-4AB8-8966-272F4A33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4">
            <a:extLst xmlns:a="http://schemas.openxmlformats.org/drawingml/2006/main">
              <a:ext uri="{FF2B5EF4-FFF2-40B4-BE49-F238E27FC236}">
                <a16:creationId xmlns:a16="http://schemas.microsoft.com/office/drawing/2014/main" id="{5A710142-AFCC-472B-B718-FCD96C33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14">
            <a:extLst xmlns:a="http://schemas.openxmlformats.org/drawingml/2006/main">
              <a:ext uri="{FF2B5EF4-FFF2-40B4-BE49-F238E27FC236}">
                <a16:creationId xmlns:a16="http://schemas.microsoft.com/office/drawing/2014/main" id="{25FFAFB6-4FD2-4D09-88F6-C6EAA843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14/23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5B0157-91C7-4981-85DA-9D39AFD2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Cabang pengujian MCCB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33DDB6D5-B5E1-4634-B0DE-AF3BD4BA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Data teknikal memerlukan formula, bukti dan pengesahan.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34B8A-3F2E-40EE-B0C9-D9A17E55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4102F-A116-413D-9699-D19746A4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EB400094-0DFD-4A7F-B5E2-612DACAD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096AF217-4F45-4648-B3FC-562F6719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Rujukan ujian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14C60-3480-4D5F-B8E2-C4AF6DC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EEB94-8465-4432-9E15-1BFE7B5E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F96A093B-9E5F-4039-A2C2-6F46B5C9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7829AE9B-5948-4FCA-B679-90AD83F2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Butiran MCCB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D4F1F-D909-4C41-9684-B0E285D8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32085-0AA6-45F7-B827-9F683AF5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C3459986-1115-4EFC-8248-14A141E4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87F079F7-BFE5-4054-9771-820E640D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Keadaan kerja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78255-9C6C-4D47-8BFA-4EAF3789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C1BEC-FE44-4FAA-A7AF-B9477A34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D97967AE-500C-4B2B-8756-8A14410A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39A75947-EE39-4731-ABA8-23570ED2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Peralatan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787171-E5B4-4E35-B54A-FDDDA5C8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8BA44-5952-45B8-BDA9-D2346E01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EC15E2DC-606C-4F0E-B680-8D3BCE21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2ACF2E80-7D9D-4127-BA7C-3BB26BF7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Kalibrasi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B66004-384E-4547-9EDA-475482F2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81C1EA-F214-4527-BFBD-1DA1245A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9E9C2BC4-FAF6-4A04-8D85-90F43CEF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2631A59D-B838-4A88-8A3F-FD24210A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Tetapan arus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17B6C8-0195-464D-81D8-94B44FEF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7D5681-4133-4494-BB46-024C77BF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79DBB063-6853-4F25-ACFC-15168B88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BAF6B0EC-F9A5-49D5-AF29-7ED34C36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Masa trip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071DF2-2743-4168-89CB-BAFA001C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981F09-3A87-4173-8AF7-5D77316B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C58A0880-4399-4483-9DB6-07BE5656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5D58BCD9-C184-4E95-95D3-2FEE66CC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Penguji &amp; penyemak</a:t>
            </a:r>
          </a:p>
        </p:txBody>
      </p:sp>
    </p:spTree>
    <p:extLst>
      <p:ext uri="{BB962C8B-B14F-4D97-AF65-F5344CB8AC3E}">
        <p14:creationId xmlns:p14="http://schemas.microsoft.com/office/powerpoint/2010/main" val="5867191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15">
            <a:extLst xmlns:a="http://schemas.openxmlformats.org/drawingml/2006/main">
              <a:ext uri="{FF2B5EF4-FFF2-40B4-BE49-F238E27FC236}">
                <a16:creationId xmlns:a16="http://schemas.microsoft.com/office/drawing/2014/main" id="{64B65A12-5EA7-47E7-B1EB-75CFF09F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4B · MCCB</a:t>
            </a:r>
          </a:p>
        </p:txBody>
      </p:sp>
      <p:sp>
        <p:nvSpPr>
          <p:cNvPr id="2" name="number-15">
            <a:extLst xmlns:a="http://schemas.openxmlformats.org/drawingml/2006/main">
              <a:ext uri="{FF2B5EF4-FFF2-40B4-BE49-F238E27FC236}">
                <a16:creationId xmlns:a16="http://schemas.microsoft.com/office/drawing/2014/main" id="{2548B3E0-219D-4718-ADFA-75C3580F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54278-69FB-4492-81EB-297D38B7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5">
            <a:extLst xmlns:a="http://schemas.openxmlformats.org/drawingml/2006/main">
              <a:ext uri="{FF2B5EF4-FFF2-40B4-BE49-F238E27FC236}">
                <a16:creationId xmlns:a16="http://schemas.microsoft.com/office/drawing/2014/main" id="{4B24233E-B1A6-4ABE-B239-4784328F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15">
            <a:extLst xmlns:a="http://schemas.openxmlformats.org/drawingml/2006/main">
              <a:ext uri="{FF2B5EF4-FFF2-40B4-BE49-F238E27FC236}">
                <a16:creationId xmlns:a16="http://schemas.microsoft.com/office/drawing/2014/main" id="{C02211E4-41A2-4919-B607-1192156A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15/23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47022E-99DA-4F1F-A691-8718D72A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Apa yang boleh diperiksa sistem?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60F92BE2-6AF9-4F55-936D-9739BF41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Kelengkapan dan konsistensi boleh disemak sebelum penilaian teknikal.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20A78-0CE6-4103-99DA-6A51F802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08427-6F6F-499A-A994-F5225B73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E833DB37-B7D4-40EC-8923-77648329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Medan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BE66120F-CC50-492D-9358-873A394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Wajib dan format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13558-438D-4A69-9B03-08050695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75060-2488-4D97-A8F4-DBD8C9E8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9AC76049-E602-4A79-8382-47263009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Formula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EDAEFA7A-388C-48D8-8214-AA0656BF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(a) × TCD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642ED-2F5F-4925-A8C2-0DC512A2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8A99E-6A5C-44B6-A1C1-00DD01F9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766C8E19-6824-405E-9721-7A99F53F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Peralatan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D7B6BFDA-320C-4A13-A4A6-D145B4F4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Kalibrasi &amp; fungsi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54F9F-E8D7-4A6B-BFF6-7EB108EE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2C8B9-5F9B-45FC-B459-E63892E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E61467B5-96A9-49E0-A6B4-11C7200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Bacaan</a:t>
            </a:r>
          </a:p>
        </p:txBody>
      </p:sp>
      <p:sp>
        <p:nvSpPr>
          <p:cNvPr id="2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88E864EF-DCA5-4704-9B14-3E031986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57775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Unit dan masa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116919-4467-4F0B-82D4-D080F07B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53C89-D7EA-4B2D-882F-01595A35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D9EB1D46-6FB0-459F-A1A7-93B6804A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71975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Peranan</a:t>
            </a:r>
          </a:p>
        </p:txBody>
      </p:sp>
      <p:sp>
        <p:nvSpPr>
          <p:cNvPr id="27" name="card-body-4">
            <a:extLst xmlns:a="http://schemas.openxmlformats.org/drawingml/2006/main">
              <a:ext uri="{FF2B5EF4-FFF2-40B4-BE49-F238E27FC236}">
                <a16:creationId xmlns:a16="http://schemas.microsoft.com/office/drawing/2014/main" id="{6FE5CE56-7D30-408E-B709-B4EA7A6D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5057775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Penguji ≠ penyemak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642DA4-CAEC-41A6-A7AC-D7996D23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651442-7C7F-4126-BFB8-57C15E14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F3EBB4F4-F4FA-43F0-941B-8F9D0680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71975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31" name="card-body-5">
            <a:extLst xmlns:a="http://schemas.openxmlformats.org/drawingml/2006/main">
              <a:ext uri="{FF2B5EF4-FFF2-40B4-BE49-F238E27FC236}">
                <a16:creationId xmlns:a16="http://schemas.microsoft.com/office/drawing/2014/main" id="{664D3C9A-0465-45A2-9E5D-5D8998BF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057775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Untuk semakan pegawai</a:t>
            </a:r>
          </a:p>
        </p:txBody>
      </p:sp>
    </p:spTree>
    <p:extLst>
      <p:ext uri="{BB962C8B-B14F-4D97-AF65-F5344CB8AC3E}">
        <p14:creationId xmlns:p14="http://schemas.microsoft.com/office/powerpoint/2010/main" val="738874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16">
            <a:extLst xmlns:a="http://schemas.openxmlformats.org/drawingml/2006/main">
              <a:ext uri="{FF2B5EF4-FFF2-40B4-BE49-F238E27FC236}">
                <a16:creationId xmlns:a16="http://schemas.microsoft.com/office/drawing/2014/main" id="{2C6D6A69-D9DF-4F6A-96C3-53501792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4B · JEJAK AUDIT</a:t>
            </a:r>
          </a:p>
        </p:txBody>
      </p:sp>
      <p:sp>
        <p:nvSpPr>
          <p:cNvPr id="2" name="number-16">
            <a:extLst xmlns:a="http://schemas.openxmlformats.org/drawingml/2006/main">
              <a:ext uri="{FF2B5EF4-FFF2-40B4-BE49-F238E27FC236}">
                <a16:creationId xmlns:a16="http://schemas.microsoft.com/office/drawing/2014/main" id="{67635296-FB2F-4C71-AB6F-1215821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73280-BA84-4245-9DEA-A7A8B34D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6">
            <a:extLst xmlns:a="http://schemas.openxmlformats.org/drawingml/2006/main">
              <a:ext uri="{FF2B5EF4-FFF2-40B4-BE49-F238E27FC236}">
                <a16:creationId xmlns:a16="http://schemas.microsoft.com/office/drawing/2014/main" id="{FE4A5E99-F94B-4C4B-870E-FD173EBC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16">
            <a:extLst xmlns:a="http://schemas.openxmlformats.org/drawingml/2006/main">
              <a:ext uri="{FF2B5EF4-FFF2-40B4-BE49-F238E27FC236}">
                <a16:creationId xmlns:a16="http://schemas.microsoft.com/office/drawing/2014/main" id="{82AEC450-6E92-49A2-BECE-AAC47B41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16/23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C5B821-8091-4E2B-ADAE-09EDC5BA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Setiap perubahan meninggalkan jejak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AF8BA632-1D63-4D15-A768-BA395458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Auditor mesti boleh menjawab siapa, bila, apa dan mengapa.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AA1E6-EA1D-4E1A-94DE-40C1C724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483A0-9852-4356-BC16-8EB68BDF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864204F6-6852-4072-B961-1AC2BD70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8A659271-BCE5-4E8B-908A-F048F5C0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8ADAA-BE4C-4FF3-B694-5E289D04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4C7BB-C36B-4438-A2BA-8F491FD9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43966F71-EA91-420F-9924-CB53DF84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A51220C3-9289-402F-887F-F31EAA93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Pelaku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16B5F-06CB-4023-99BB-28C6C76D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92FF9-89D6-43ED-8F5E-B6E8DB8F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A7E1E6BD-A14D-430A-97D5-4ECDB343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E2DC30D-DCF3-4AC7-A8D3-DB165912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 asal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00AF3-60C0-4BF8-9A24-D9696C0C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6E812-C033-4429-8158-A6BF282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ADEF280E-FF16-4239-98EB-78E5C119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7B207E2B-0AB8-4C48-A51B-F0E16B12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 baharu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CA1D5A-6F12-4F32-B348-9F33E4F1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14C4C-C25A-4C62-A613-39433833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5C1488EE-D61A-47F3-A258-DE0735F0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D5E7106B-B557-4640-A894-4549097F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Sebab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608649-0CE9-4F80-B34E-E3EA8999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4BED17-6F42-402C-A30D-9218B84A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8577CA64-23D9-43BD-B7FF-EDAA9B88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03EA68BC-BB0F-4762-9136-3C516C0A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Bukti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43D2B8-DC46-422A-B1C3-0DC8D4F6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A30EEA-A224-414A-AB7E-34CA87E1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E3DDF2C8-436B-4269-8112-35C48BD3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D6981CDE-38E9-4995-B0EB-23FAD8D6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BD24C5-D33C-40A1-8E35-CB266762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4E5019-72BF-4F46-B17A-51A7E20B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EA35F7E6-39E8-48CC-ABE7-804036AE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C1904396-D090-45C3-BFB4-D1288A8B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Lokasi rasmi</a:t>
            </a:r>
          </a:p>
        </p:txBody>
      </p:sp>
    </p:spTree>
    <p:extLst>
      <p:ext uri="{BB962C8B-B14F-4D97-AF65-F5344CB8AC3E}">
        <p14:creationId xmlns:p14="http://schemas.microsoft.com/office/powerpoint/2010/main" val="7504443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17">
            <a:extLst xmlns:a="http://schemas.openxmlformats.org/drawingml/2006/main">
              <a:ext uri="{FF2B5EF4-FFF2-40B4-BE49-F238E27FC236}">
                <a16:creationId xmlns:a16="http://schemas.microsoft.com/office/drawing/2014/main" id="{F1F70908-2798-4ADF-91A2-5D5B70C3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4B · PENGECUALIAN</a:t>
            </a:r>
          </a:p>
        </p:txBody>
      </p:sp>
      <p:sp>
        <p:nvSpPr>
          <p:cNvPr id="2" name="number-17">
            <a:extLst xmlns:a="http://schemas.openxmlformats.org/drawingml/2006/main">
              <a:ext uri="{FF2B5EF4-FFF2-40B4-BE49-F238E27FC236}">
                <a16:creationId xmlns:a16="http://schemas.microsoft.com/office/drawing/2014/main" id="{7147444E-AB7D-4D0C-8561-847B7BF2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77F92-3C18-4312-8101-7F9A0E8A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7">
            <a:extLst xmlns:a="http://schemas.openxmlformats.org/drawingml/2006/main">
              <a:ext uri="{FF2B5EF4-FFF2-40B4-BE49-F238E27FC236}">
                <a16:creationId xmlns:a16="http://schemas.microsoft.com/office/drawing/2014/main" id="{D76019BA-1A33-4B65-9F43-23C32B64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17">
            <a:extLst xmlns:a="http://schemas.openxmlformats.org/drawingml/2006/main">
              <a:ext uri="{FF2B5EF4-FFF2-40B4-BE49-F238E27FC236}">
                <a16:creationId xmlns:a16="http://schemas.microsoft.com/office/drawing/2014/main" id="{D4729DF3-B96A-400A-A325-8DB3F5A1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17/23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0A80F5-5107-4C46-8FA4-0979F37C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Reka untuk kegagalan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3DD71910-56F0-4162-B6AC-E349D385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Laluan biasa sahaja belum membuktikan proses selamat.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8165C-F668-4A89-98CF-EC801C2F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ACEA9-7125-4C1F-9CCB-E20262AB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E01E8815-D45B-45DF-B6FF-DD094A42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3470ADCF-A53E-486B-8379-C15A3D55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Medan kosong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1F831-157A-4A3B-ABB5-60DE1E01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6E0CB-B255-4F6C-9905-5FA48F5C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E8F8F6EA-EF2D-448F-8B85-AD0D4EB2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C38F5451-A829-46E6-8A90-0C734899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Tarikh tidak sah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10C83-84EC-4072-AF20-EAB1D0B9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6A8D1-8BEE-4382-8164-D6BF1B97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0C12FD95-1882-4127-944C-D01A67DC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8CD4BE90-0C35-4D1B-92C5-0A3B9192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Lampiran gagal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29F89-49D4-498F-BD6F-6BEAA1B9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09EE1-5DC6-4C62-B5EB-8647B9E1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A0D30D91-ED07-4A58-B418-BECAF2F1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909D428C-F715-4143-9C55-D3D3E08F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Kalibrasi tidak diketahui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88502-996C-4E32-965D-D96A14B4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5E0838-6A65-4DC7-8833-5F990671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8E1A93A4-E6AE-4F51-8453-E35E5398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22B1AEAD-F50D-4DF7-898F-53B127AB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Notifikasi gagal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C91C4-ACAA-4DDB-B77C-6F8CDADC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BBDD2E-42CF-489A-A523-CEAF0A97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5D1A8661-3019-442A-A5A0-24DFFDB9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808F18BF-7EE7-48C6-AA68-AF2EB533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Rekod dikembalikan</a:t>
            </a:r>
          </a:p>
        </p:txBody>
      </p:sp>
    </p:spTree>
    <p:extLst>
      <p:ext uri="{BB962C8B-B14F-4D97-AF65-F5344CB8AC3E}">
        <p14:creationId xmlns:p14="http://schemas.microsoft.com/office/powerpoint/2010/main" val="7941171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8">
            <a:extLst xmlns:a="http://schemas.openxmlformats.org/drawingml/2006/main">
              <a:ext uri="{FF2B5EF4-FFF2-40B4-BE49-F238E27FC236}">
                <a16:creationId xmlns:a16="http://schemas.microsoft.com/office/drawing/2014/main" id="{99389A3B-6C33-4C53-B32B-002E8596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4B · UJIAN MEJA</a:t>
            </a:r>
          </a:p>
        </p:txBody>
      </p:sp>
      <p:sp>
        <p:nvSpPr>
          <p:cNvPr id="2" name="number-18">
            <a:extLst xmlns:a="http://schemas.openxmlformats.org/drawingml/2006/main">
              <a:ext uri="{FF2B5EF4-FFF2-40B4-BE49-F238E27FC236}">
                <a16:creationId xmlns:a16="http://schemas.microsoft.com/office/drawing/2014/main" id="{F31901C3-75F3-4C18-806A-24E2F01D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64AA6-8A4A-4892-91C2-3E61EBD8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8">
            <a:extLst xmlns:a="http://schemas.openxmlformats.org/drawingml/2006/main">
              <a:ext uri="{FF2B5EF4-FFF2-40B4-BE49-F238E27FC236}">
                <a16:creationId xmlns:a16="http://schemas.microsoft.com/office/drawing/2014/main" id="{E82E7C6C-20AF-42C9-ABAF-7E32AAD9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18">
            <a:extLst xmlns:a="http://schemas.openxmlformats.org/drawingml/2006/main">
              <a:ext uri="{FF2B5EF4-FFF2-40B4-BE49-F238E27FC236}">
                <a16:creationId xmlns:a16="http://schemas.microsoft.com/office/drawing/2014/main" id="{5C7989FE-B241-4590-8D39-42DF0837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18/23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499489-68BC-43AF-8DB7-C33BA6D1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Uji tiga laluan minimum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23D00AFC-A315-49C2-90CE-4625CBA0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Biasa · tidak lengkap · gagal dengan selamat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B2732-0EC3-4753-9414-34127223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01D76-6531-4B89-B357-13B103E3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BC9A6415-85D4-4F78-AAE2-759D0ED5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8D79A785-5D45-422E-AC40-207880F9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Lengkap</a:t>
            </a:r>
          </a:p>
        </p:txBody>
      </p:sp>
      <p:sp>
        <p:nvSpPr>
          <p:cNvPr id="12" name="card-body-0">
            <a:extLst xmlns:a="http://schemas.openxmlformats.org/drawingml/2006/main">
              <a:ext uri="{FF2B5EF4-FFF2-40B4-BE49-F238E27FC236}">
                <a16:creationId xmlns:a16="http://schemas.microsoft.com/office/drawing/2014/main" id="{AFA77303-F47A-4F75-9462-49CB0903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155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Bergerak ke semakan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02C16-7A1A-4398-AB7E-532D1290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682B5-32B9-48D5-944E-ED09B752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6E6A19F5-49CC-4667-B8CF-7C8D9191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E0412699-3A92-41A8-9C65-28718296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7432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Tidak lengkap</a:t>
            </a:r>
          </a:p>
        </p:txBody>
      </p:sp>
      <p:sp>
        <p:nvSpPr>
          <p:cNvPr id="1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7147F66B-360E-494A-BC4E-A4F60F7B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429000"/>
            <a:ext cx="3155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Kembali dengan sebab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62C6D-D322-4C7D-9543-35B0D67D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18DE9-BD82-422C-864D-98849D3E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C4D1C5E3-9F07-4EE4-AE6D-2CC48647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CE63BDF7-BCA4-4492-84B1-D1B1B46D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Sistem gagal</a:t>
            </a:r>
          </a:p>
        </p:txBody>
      </p:sp>
      <p:sp>
        <p:nvSpPr>
          <p:cNvPr id="22" name="card-body-2">
            <a:extLst xmlns:a="http://schemas.openxmlformats.org/drawingml/2006/main">
              <a:ext uri="{FF2B5EF4-FFF2-40B4-BE49-F238E27FC236}">
                <a16:creationId xmlns:a16="http://schemas.microsoft.com/office/drawing/2014/main" id="{52DA0AC3-1CB3-4837-9B85-05D84B26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429000"/>
            <a:ext cx="3155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Gunakan laluan manual</a:t>
            </a:r>
          </a:p>
        </p:txBody>
      </p:sp>
    </p:spTree>
    <p:extLst>
      <p:ext uri="{BB962C8B-B14F-4D97-AF65-F5344CB8AC3E}">
        <p14:creationId xmlns:p14="http://schemas.microsoft.com/office/powerpoint/2010/main" val="4741425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19">
            <a:extLst xmlns:a="http://schemas.openxmlformats.org/drawingml/2006/main">
              <a:ext uri="{FF2B5EF4-FFF2-40B4-BE49-F238E27FC236}">
                <a16:creationId xmlns:a16="http://schemas.microsoft.com/office/drawing/2014/main" id="{E4F2A7B6-F7D8-436C-84C4-78FC86A5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4B · PERCUBAAN KECIL</a:t>
            </a:r>
          </a:p>
        </p:txBody>
      </p:sp>
      <p:sp>
        <p:nvSpPr>
          <p:cNvPr id="2" name="number-19">
            <a:extLst xmlns:a="http://schemas.openxmlformats.org/drawingml/2006/main">
              <a:ext uri="{FF2B5EF4-FFF2-40B4-BE49-F238E27FC236}">
                <a16:creationId xmlns:a16="http://schemas.microsoft.com/office/drawing/2014/main" id="{C017B396-3A59-48D2-A264-21098FFF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98D92-26B0-4E74-889E-4B1DF290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9">
            <a:extLst xmlns:a="http://schemas.openxmlformats.org/drawingml/2006/main">
              <a:ext uri="{FF2B5EF4-FFF2-40B4-BE49-F238E27FC236}">
                <a16:creationId xmlns:a16="http://schemas.microsoft.com/office/drawing/2014/main" id="{333DF64B-7D99-4D94-8711-6DE8EC9F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19">
            <a:extLst xmlns:a="http://schemas.openxmlformats.org/drawingml/2006/main">
              <a:ext uri="{FF2B5EF4-FFF2-40B4-BE49-F238E27FC236}">
                <a16:creationId xmlns:a16="http://schemas.microsoft.com/office/drawing/2014/main" id="{6BA7BB8B-4DF1-4FB5-AA92-AE5480EA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19/23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5DF518-3CBA-451D-B77A-D338AD25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Kecil, terukur dan boleh dihentikan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5580F334-9F1F-48B3-808C-EA04F93D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Satu proses · pengguna terhad · tempoh pendek · bukti jelas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69848-A9E9-46A0-9DBF-B6D984E8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C4875-AAB9-45C9-8902-B3FA0A60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39FE526B-5DF3-4402-954F-62D6A8AF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7ABD6212-29E7-4165-86C6-F91EC0E1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Objektif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4D443-82E0-4F61-A808-A7FBBF98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D0CD5-E453-4CEB-8780-D8E3F198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6079FEA9-546B-4FF5-8CB6-17F2FA70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34FD35AB-9868-477E-B130-D736C40D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Dalam/luar skop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8E8EE-E950-46DF-A56C-0A8CFBAD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C578B-FFF7-438A-8D51-12676396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CFDAED0F-DA51-4EBA-925F-A94E17E0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5C522378-5AEF-40A6-922C-3485AC31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Pengguna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0D6FB-E03A-4805-AB92-B02D3577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B12EF-63D4-484C-A1BE-976E7339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523A0CCD-E5C7-4B11-9333-6E505D64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BF0D8D19-F34B-43FB-BFF1-6437C637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Tempoh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DFAC22-9AD3-4BA4-A288-06D53CE6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1B7C67-7897-498C-B7BF-6A9308AE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7DFA337F-8354-4917-8F20-FE26E465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C772F5D0-D281-4B94-8E3C-3137DBF5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Ukuran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8C951-B364-4C1B-A348-B0998365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4479FD-976D-4CF6-853B-879FE44D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D743D438-A748-4189-A38C-8415BF6A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B6386F34-3B7C-4238-9760-8D718CF7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Kriteria henti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AD0A3C-F812-458A-8F32-24AA2D39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A36C9E-8A85-484B-A267-EAF58221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645B81DF-548D-4974-BE5F-A3ED0E10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C34672F9-C87F-4A23-B27A-0BC268BF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Pelan manual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057577-633F-493C-B414-F9115C46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5484CE-84D9-4783-80E4-C686A329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108F3318-75D6-45A6-B1B1-EE9A727A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0107430B-42EB-4C82-9BDF-2457A24C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Keputusan akhir</a:t>
            </a:r>
          </a:p>
        </p:txBody>
      </p:sp>
    </p:spTree>
    <p:extLst>
      <p:ext uri="{BB962C8B-B14F-4D97-AF65-F5344CB8AC3E}">
        <p14:creationId xmlns:p14="http://schemas.microsoft.com/office/powerpoint/2010/main" val="8549137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20">
            <a:extLst xmlns:a="http://schemas.openxmlformats.org/drawingml/2006/main">
              <a:ext uri="{FF2B5EF4-FFF2-40B4-BE49-F238E27FC236}">
                <a16:creationId xmlns:a16="http://schemas.microsoft.com/office/drawing/2014/main" id="{766F1A99-BFA2-4D77-A53A-4745DFCD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 · UKURAN</a:t>
            </a:r>
          </a:p>
        </p:txBody>
      </p:sp>
      <p:sp>
        <p:nvSpPr>
          <p:cNvPr id="2" name="number-20">
            <a:extLst xmlns:a="http://schemas.openxmlformats.org/drawingml/2006/main">
              <a:ext uri="{FF2B5EF4-FFF2-40B4-BE49-F238E27FC236}">
                <a16:creationId xmlns:a16="http://schemas.microsoft.com/office/drawing/2014/main" id="{2B51A56F-C529-4F34-9D09-3A530330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6B848-0AEC-4D9F-BD40-97239A9E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0">
            <a:extLst xmlns:a="http://schemas.openxmlformats.org/drawingml/2006/main">
              <a:ext uri="{FF2B5EF4-FFF2-40B4-BE49-F238E27FC236}">
                <a16:creationId xmlns:a16="http://schemas.microsoft.com/office/drawing/2014/main" id="{61444441-BC57-433E-83EE-D9C08C4E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20">
            <a:extLst xmlns:a="http://schemas.openxmlformats.org/drawingml/2006/main">
              <a:ext uri="{FF2B5EF4-FFF2-40B4-BE49-F238E27FC236}">
                <a16:creationId xmlns:a16="http://schemas.microsoft.com/office/drawing/2014/main" id="{AAA71655-2D06-418C-B9BB-1B3E7BF0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20/23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0AD41A-8DF4-42DA-95B7-BF155E9C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Ukur nilai dan kawalan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4A564817-D283-43BB-AB8E-7134FCFC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Cepat sahaja tidak mencukupi.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C8885-ACA7-4508-883E-E5828752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4E917-8F7E-48AF-9E7A-46A9C121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9623C8B7-3B92-40F8-A4FA-BE92F2EA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Masa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D1FA25CB-3E7D-4911-B59C-80F1E55B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Minit per rekod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3E02A-A96C-46F3-B22C-2BFB4944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D55FC-0885-4E1F-A8A9-11E86E08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F67C7201-3AE3-4307-96F4-E1913911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Kualiti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25A00F32-34DA-411D-B4C5-A0E835E5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Medan lengkap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61B52-9914-48DE-BF38-FB36ED37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BB953-FE60-4800-B25A-3EAAB46D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1C1CF6F7-700A-4442-8E01-253E97B8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Kebolehkesanan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1C3BDC8C-0AF4-4288-BFF7-9B95A435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Status boleh dijejak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1E609-FE8B-4D55-9E7A-D121BF1A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52B45-60AF-4AAD-8E8F-8240057C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67F305B4-D5CD-46B7-8BAF-B7FBE4E4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Keselamatan</a:t>
            </a:r>
          </a:p>
        </p:txBody>
      </p:sp>
      <p:sp>
        <p:nvSpPr>
          <p:cNvPr id="2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3BA66EB4-F11A-42C2-8797-C3A97158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Pengecualian terkawal</a:t>
            </a:r>
          </a:p>
        </p:txBody>
      </p:sp>
    </p:spTree>
    <p:extLst>
      <p:ext uri="{BB962C8B-B14F-4D97-AF65-F5344CB8AC3E}">
        <p14:creationId xmlns:p14="http://schemas.microsoft.com/office/powerpoint/2010/main" val="21418894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21">
            <a:extLst xmlns:a="http://schemas.openxmlformats.org/drawingml/2006/main">
              <a:ext uri="{FF2B5EF4-FFF2-40B4-BE49-F238E27FC236}">
                <a16:creationId xmlns:a16="http://schemas.microsoft.com/office/drawing/2014/main" id="{7BF38B5A-454F-4262-AA32-8F89D12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4 · HAD</a:t>
            </a:r>
          </a:p>
        </p:txBody>
      </p:sp>
      <p:sp>
        <p:nvSpPr>
          <p:cNvPr id="2" name="number-21">
            <a:extLst xmlns:a="http://schemas.openxmlformats.org/drawingml/2006/main">
              <a:ext uri="{FF2B5EF4-FFF2-40B4-BE49-F238E27FC236}">
                <a16:creationId xmlns:a16="http://schemas.microsoft.com/office/drawing/2014/main" id="{AD5BE2B9-2F16-4E80-A251-E8E6C4F0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74FFA-D564-4F8B-8FCB-01B1B87C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1">
            <a:extLst xmlns:a="http://schemas.openxmlformats.org/drawingml/2006/main">
              <a:ext uri="{FF2B5EF4-FFF2-40B4-BE49-F238E27FC236}">
                <a16:creationId xmlns:a16="http://schemas.microsoft.com/office/drawing/2014/main" id="{BF5E9DF1-B037-4BBF-B72F-D71C43B0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21">
            <a:extLst xmlns:a="http://schemas.openxmlformats.org/drawingml/2006/main">
              <a:ext uri="{FF2B5EF4-FFF2-40B4-BE49-F238E27FC236}">
                <a16:creationId xmlns:a16="http://schemas.microsoft.com/office/drawing/2014/main" id="{9B40E284-9DCC-4B15-B5C2-69E3F07F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21/23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5E2BF7-F2AF-4924-8B34-6ED91C4A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Had dan kawalan keselamatan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DA4179A7-952A-4C19-B82B-60B88C23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Dokumen asal dan data sebenar kekal di luar platform AI pengguna.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31365-F16E-4A00-93DB-BC005C15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918A1-0A02-4359-B1FB-437FEC65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EA7FA428-D8B4-41FE-A8D4-C454F90F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758B7ED6-36F0-44F2-AC79-1C67599D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rekaan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424D7-021B-4FDE-8639-168B722F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99FD7-6777-488F-AD9F-2EAABEDF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9AA80B19-D274-4ED2-A938-88D49670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307A2A63-615A-47F9-890D-05C589A6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Tiada tandatangan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94B8B-60CF-42B5-980A-F9BD761B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4C97E-F17C-4B5C-8017-6229F78D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E07368AD-BED5-4E2B-9D1F-DE2447DF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DD8E8C8B-63BD-4873-BAE8-D8629731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Tiada nombor aset sebenar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8AB30-11B6-4DFD-B912-3B6A84A5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33318-66AC-436A-8AFD-D4DC40AF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EB0870A8-B784-4CC1-9EDF-0BA82961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63F24B21-1FA3-4D27-841F-F52099EA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tidak meluluskan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A1E87F-D255-4E89-91C2-8EF9018F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2D17E2-382F-44DE-8C98-8CC1C43D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C4D6C6E7-16FD-463C-82AF-53CA4FA9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D0DCA3C1-39BD-4BDB-9142-C00185BB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Log perubahan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D3895F-3C74-45A4-A487-93B66193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2062C8-D698-4B66-A862-433DE755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26211F23-2F20-4F3B-83D6-B07F9BE1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CDD1220E-BC7B-412E-A03B-764FDAE0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Akses berperanan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3A325E-2655-43F6-907F-114A53AA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D71BC9-2CC5-4A2F-A037-153E54AE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8C929EA7-BA92-4B59-A5B0-CECD9FE8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CC46E21B-723A-4AE4-9978-B802CDCE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Repositori rasmi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3B6EC0-9FC5-4769-942B-F8059852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56DBE4-6669-499B-B60F-89171422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6CEFE349-0DFC-4ACE-9995-8C52B502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6AEF1F84-3B8F-4371-8781-6FA7DEAE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Pelan manual</a:t>
            </a:r>
          </a:p>
        </p:txBody>
      </p:sp>
    </p:spTree>
    <p:extLst>
      <p:ext uri="{BB962C8B-B14F-4D97-AF65-F5344CB8AC3E}">
        <p14:creationId xmlns:p14="http://schemas.microsoft.com/office/powerpoint/2010/main" val="16279345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22">
            <a:extLst xmlns:a="http://schemas.openxmlformats.org/drawingml/2006/main">
              <a:ext uri="{FF2B5EF4-FFF2-40B4-BE49-F238E27FC236}">
                <a16:creationId xmlns:a16="http://schemas.microsoft.com/office/drawing/2014/main" id="{30DA81AD-67E5-46E0-BE39-8F81E302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4 · BUKTI</a:t>
            </a:r>
          </a:p>
        </p:txBody>
      </p:sp>
      <p:sp>
        <p:nvSpPr>
          <p:cNvPr id="2" name="number-22">
            <a:extLst xmlns:a="http://schemas.openxmlformats.org/drawingml/2006/main">
              <a:ext uri="{FF2B5EF4-FFF2-40B4-BE49-F238E27FC236}">
                <a16:creationId xmlns:a16="http://schemas.microsoft.com/office/drawing/2014/main" id="{E5D7717E-F1BD-40B2-BB36-78ABE5F7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BD5B5-14CF-470B-8A83-054642BA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2">
            <a:extLst xmlns:a="http://schemas.openxmlformats.org/drawingml/2006/main">
              <a:ext uri="{FF2B5EF4-FFF2-40B4-BE49-F238E27FC236}">
                <a16:creationId xmlns:a16="http://schemas.microsoft.com/office/drawing/2014/main" id="{BEB86491-D536-47D2-A0B7-8B52DCA7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22">
            <a:extLst xmlns:a="http://schemas.openxmlformats.org/drawingml/2006/main">
              <a:ext uri="{FF2B5EF4-FFF2-40B4-BE49-F238E27FC236}">
                <a16:creationId xmlns:a16="http://schemas.microsoft.com/office/drawing/2014/main" id="{7D81CC3D-FF5A-418A-9FE0-92CF2A34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22/23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CAB209-6DFF-43E0-BADA-717E67D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Bukti penyempurnaan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A1D65D95-E045-4539-BA9E-5C36EFF9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Orang lain mesti boleh menilai cadangan tanpa sejarah chat.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0AE16-647B-4F9F-A6E3-60E19C63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34B0B-A961-4910-93C4-186F7EA2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87CC93A0-CE1D-4728-AD60-F48F274D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6438BCB4-217B-4A69-80E5-A0FF07A5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Peta semasa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261CA-E58B-4B08-9430-9AB72313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4D62A-0E97-4C11-AC97-F90B13C5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5EFC4690-8AB7-4E24-9A71-CDABFCC4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C70B0AD1-D862-4BD5-B0CC-109D15CE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Isu &amp; risiko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E9D26-4B0C-463C-A5D9-F02E6E82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23C6D-4340-4F25-AC0B-38F95CCE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98A283DE-5C4C-482E-8940-205BB288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66C3E777-744D-494A-BDEB-C472BF9D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Peta cadangan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B1A78-C2F6-4DB6-8807-52905D10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7AB05-124B-4069-BBA2-7B8F959C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A23C3D45-6742-4C9F-A4B8-7804AECD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3C941B76-79FD-48EA-B81C-D9037A58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Kamus medan/status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77511-0D63-482F-8225-505C00A2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627C3B-6B85-4F14-B27A-054386F5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894EB8DA-3D4D-4AE2-9AED-100E203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98A09EF0-2978-4036-B87E-0B14734F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Matriks peranan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800E84-A7AB-4D66-85A7-D1700CC0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626C37-29E4-43B1-9BE1-8F165AE5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1D258EA2-3D60-40B5-9A04-49727881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B1771DC1-1436-4B93-8CC2-C996A28E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Kes ujian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E1981F-20E7-4D64-820A-1FB2352B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DCD17E-3A97-46F8-901A-D3FC76B2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BDABF971-D0EE-444C-A760-5FE6D8CC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75BD015F-65C9-4626-AA17-61F8A0A4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Percubaan kecil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B315C3-0D8A-4030-8C26-7DBA29DF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EF0247-2906-48D3-AF23-FF6CCE85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756CFA4A-299D-445D-A209-01A53531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D3FD2844-179B-4F87-B024-13FF51FE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Pelan sandaran</a:t>
            </a:r>
          </a:p>
        </p:txBody>
      </p:sp>
    </p:spTree>
    <p:extLst>
      <p:ext uri="{BB962C8B-B14F-4D97-AF65-F5344CB8AC3E}">
        <p14:creationId xmlns:p14="http://schemas.microsoft.com/office/powerpoint/2010/main" val="1075894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23">
            <a:extLst xmlns:a="http://schemas.openxmlformats.org/drawingml/2006/main">
              <a:ext uri="{FF2B5EF4-FFF2-40B4-BE49-F238E27FC236}">
                <a16:creationId xmlns:a16="http://schemas.microsoft.com/office/drawing/2014/main" id="{3B30146B-60B8-43C6-9CBD-751A52E4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4 · PENUTUP</a:t>
            </a:r>
          </a:p>
        </p:txBody>
      </p:sp>
      <p:sp>
        <p:nvSpPr>
          <p:cNvPr id="2" name="number-23">
            <a:extLst xmlns:a="http://schemas.openxmlformats.org/drawingml/2006/main">
              <a:ext uri="{FF2B5EF4-FFF2-40B4-BE49-F238E27FC236}">
                <a16:creationId xmlns:a16="http://schemas.microsoft.com/office/drawing/2014/main" id="{B864700D-D7FD-4079-B52C-66FD4526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57FB5-CCBD-4A32-A542-0296607A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3">
            <a:extLst xmlns:a="http://schemas.openxmlformats.org/drawingml/2006/main">
              <a:ext uri="{FF2B5EF4-FFF2-40B4-BE49-F238E27FC236}">
                <a16:creationId xmlns:a16="http://schemas.microsoft.com/office/drawing/2014/main" id="{773DF854-BFD8-4A96-9A5E-288F0EF7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4 · CREaTE JKR · 2026</a:t>
            </a:r>
          </a:p>
        </p:txBody>
      </p:sp>
      <p:sp>
        <p:nvSpPr>
          <p:cNvPr id="5" name="progress-23">
            <a:extLst xmlns:a="http://schemas.openxmlformats.org/drawingml/2006/main">
              <a:ext uri="{FF2B5EF4-FFF2-40B4-BE49-F238E27FC236}">
                <a16:creationId xmlns:a16="http://schemas.microsoft.com/office/drawing/2014/main" id="{81E6D354-E079-40CA-AA0F-19F8E869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23/23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657F09-2290-42CD-B494-59A27AAF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Automasi yang baik tahu bila perlu berhenti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447FB2E8-C864-42B0-9E8C-496EC64B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Peraturan jelas · manusia berkuasa · pengecualian terkawal · rekod boleh diaudit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42F9C-AB8A-4E2E-B353-11C48B3A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55977-CCBB-471B-BAF5-878B6E6C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F7F54118-658F-4997-B9AA-406004DD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Petakan dahulu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F5B283AB-E4F4-4510-99FA-705CEFAD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Jangan automasi kekeliruan.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EB386-4C2B-4486-B372-BD62F5BA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3B5D7-C5F1-4CCF-A922-9DE230E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2572840F-41ED-4D2E-B661-6219C105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Uji kegagalan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76DFE847-3AB1-406C-9089-6D34F9EF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Bukan laluan biasa sahaja.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278D7-CBAE-43E9-B387-13B67AB8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5D0EA-E281-470E-9989-42094E41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DBCA4C64-F679-4B56-9C24-576BE81F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Simpan rasmi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A4E9F949-06F0-41C1-8A0D-1FDD6B27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Chat bukan repositori.</a:t>
            </a:r>
          </a:p>
        </p:txBody>
      </p:sp>
      <p:sp>
        <p:nvSpPr>
          <p:cNvPr id="20" name="meta-buttons">
            <a:extLst xmlns:a="http://schemas.openxmlformats.org/drawingml/2006/main">
              <a:ext uri="{FF2B5EF4-FFF2-40B4-BE49-F238E27FC236}">
                <a16:creationId xmlns:a16="http://schemas.microsoft.com/office/drawing/2014/main" id="{739BB123-E0DF-434A-9551-E5B2C30C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00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Buka kuiz dan exit ticket</a:t>
            </a:r>
          </a:p>
        </p:txBody>
      </p:sp>
    </p:spTree>
    <p:extLst>
      <p:ext uri="{BB962C8B-B14F-4D97-AF65-F5344CB8AC3E}">
        <p14:creationId xmlns:p14="http://schemas.microsoft.com/office/powerpoint/2010/main" val="346588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2026-07-26T03:12:39.6080000Z</dcterms:created>
  <dcterms:modified xsi:type="dcterms:W3CDTF">2026-07-26T03:12:39.6080000Z</dcterms:modified>
</coreProperties>
</file>