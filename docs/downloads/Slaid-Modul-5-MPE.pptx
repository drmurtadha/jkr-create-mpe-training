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4c58980a394262" /><Relationship Type="http://schemas.openxmlformats.org/officeDocument/2006/relationships/extended-properties" Target="/docProps/app.xml" Id="R1d5ef95ab97c4fa9" /><Relationship Type="http://schemas.openxmlformats.org/officeDocument/2006/relationships/officeDocument" Target="/ppt/presentation.xml" Id="Rbfa099e7e11c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9281326524da4"/>
  </p:sldMasterIdLst>
  <p:notesMasterIdLst>
    <p:notesMasterId xmlns:r="http://schemas.openxmlformats.org/officeDocument/2006/relationships" r:id="R7d6ed67b0fc14e59"/>
  </p:notesMasterIdLst>
  <p:sldIdLst>
    <p:sldId xmlns:r="http://schemas.openxmlformats.org/officeDocument/2006/relationships" id="256" r:id="Rb75657e709ae4ab5"/>
    <p:sldId xmlns:r="http://schemas.openxmlformats.org/officeDocument/2006/relationships" id="257" r:id="Rf54e79e59c0542cf"/>
    <p:sldId xmlns:r="http://schemas.openxmlformats.org/officeDocument/2006/relationships" id="258" r:id="R4a25969dc36145e1"/>
    <p:sldId xmlns:r="http://schemas.openxmlformats.org/officeDocument/2006/relationships" id="259" r:id="R86c4833db5b64d4b"/>
    <p:sldId xmlns:r="http://schemas.openxmlformats.org/officeDocument/2006/relationships" id="260" r:id="Ra0580888757f4342"/>
    <p:sldId xmlns:r="http://schemas.openxmlformats.org/officeDocument/2006/relationships" id="261" r:id="R6c27a366026f4b23"/>
    <p:sldId xmlns:r="http://schemas.openxmlformats.org/officeDocument/2006/relationships" id="262" r:id="Rbde0dc2c1b48464c"/>
    <p:sldId xmlns:r="http://schemas.openxmlformats.org/officeDocument/2006/relationships" id="263" r:id="R902416fdde7549a0"/>
    <p:sldId xmlns:r="http://schemas.openxmlformats.org/officeDocument/2006/relationships" id="264" r:id="R665dd49347154ee5"/>
    <p:sldId xmlns:r="http://schemas.openxmlformats.org/officeDocument/2006/relationships" id="265" r:id="Rf03370cc79a44fbd"/>
    <p:sldId xmlns:r="http://schemas.openxmlformats.org/officeDocument/2006/relationships" id="266" r:id="R21c647ee91424e2c"/>
    <p:sldId xmlns:r="http://schemas.openxmlformats.org/officeDocument/2006/relationships" id="267" r:id="R83f9608eb3454673"/>
    <p:sldId xmlns:r="http://schemas.openxmlformats.org/officeDocument/2006/relationships" id="268" r:id="R76df508f0cbc4348"/>
    <p:sldId xmlns:r="http://schemas.openxmlformats.org/officeDocument/2006/relationships" id="269" r:id="Rb122be6042fe4fd9"/>
    <p:sldId xmlns:r="http://schemas.openxmlformats.org/officeDocument/2006/relationships" id="270" r:id="R4199879bbe474b08"/>
    <p:sldId xmlns:r="http://schemas.openxmlformats.org/officeDocument/2006/relationships" id="271" r:id="R4fab69fec12c417a"/>
    <p:sldId xmlns:r="http://schemas.openxmlformats.org/officeDocument/2006/relationships" id="272" r:id="R32b709f1ed764239"/>
    <p:sldId xmlns:r="http://schemas.openxmlformats.org/officeDocument/2006/relationships" id="273" r:id="R427ad747107f4b01"/>
    <p:sldId xmlns:r="http://schemas.openxmlformats.org/officeDocument/2006/relationships" id="274" r:id="Rb0c759fcbfd846fb"/>
    <p:sldId xmlns:r="http://schemas.openxmlformats.org/officeDocument/2006/relationships" id="275" r:id="Re2d6602f32924f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f03362614480f" /><Relationship Type="http://schemas.openxmlformats.org/officeDocument/2006/relationships/slideMaster" Target="/ppt/slideMasters/slideMaster1.xml" Id="Re1d9281326524da4" /><Relationship Type="http://schemas.openxmlformats.org/officeDocument/2006/relationships/notesMaster" Target="/ppt/notesMasters/notesMaster1.xml" Id="R7d6ed67b0fc14e59" /><Relationship Type="http://schemas.openxmlformats.org/officeDocument/2006/relationships/presProps" Target="/ppt/presProps.xml" Id="Rb66e2833358540df" /><Relationship Type="http://schemas.openxmlformats.org/officeDocument/2006/relationships/tableStyles" Target="/ppt/tableStyles.xml" Id="Rc9bbfe4c023142b1" /><Relationship Type="http://schemas.openxmlformats.org/officeDocument/2006/relationships/slide" Target="/ppt/slides/slide1.xml" Id="Rb75657e709ae4ab5" /><Relationship Type="http://schemas.openxmlformats.org/officeDocument/2006/relationships/slide" Target="/ppt/slides/slide2.xml" Id="Rf54e79e59c0542cf" /><Relationship Type="http://schemas.openxmlformats.org/officeDocument/2006/relationships/slide" Target="/ppt/slides/slide3.xml" Id="R4a25969dc36145e1" /><Relationship Type="http://schemas.openxmlformats.org/officeDocument/2006/relationships/slide" Target="/ppt/slides/slide4.xml" Id="R86c4833db5b64d4b" /><Relationship Type="http://schemas.openxmlformats.org/officeDocument/2006/relationships/slide" Target="/ppt/slides/slide5.xml" Id="Ra0580888757f4342" /><Relationship Type="http://schemas.openxmlformats.org/officeDocument/2006/relationships/slide" Target="/ppt/slides/slide6.xml" Id="R6c27a366026f4b23" /><Relationship Type="http://schemas.openxmlformats.org/officeDocument/2006/relationships/slide" Target="/ppt/slides/slide7.xml" Id="Rbde0dc2c1b48464c" /><Relationship Type="http://schemas.openxmlformats.org/officeDocument/2006/relationships/slide" Target="/ppt/slides/slide8.xml" Id="R902416fdde7549a0" /><Relationship Type="http://schemas.openxmlformats.org/officeDocument/2006/relationships/slide" Target="/ppt/slides/slide9.xml" Id="R665dd49347154ee5" /><Relationship Type="http://schemas.openxmlformats.org/officeDocument/2006/relationships/slide" Target="/ppt/slides/slide10.xml" Id="Rf03370cc79a44fbd" /><Relationship Type="http://schemas.openxmlformats.org/officeDocument/2006/relationships/slide" Target="/ppt/slides/slide11.xml" Id="R21c647ee91424e2c" /><Relationship Type="http://schemas.openxmlformats.org/officeDocument/2006/relationships/slide" Target="/ppt/slides/slide12.xml" Id="R83f9608eb3454673" /><Relationship Type="http://schemas.openxmlformats.org/officeDocument/2006/relationships/slide" Target="/ppt/slides/slide13.xml" Id="R76df508f0cbc4348" /><Relationship Type="http://schemas.openxmlformats.org/officeDocument/2006/relationships/slide" Target="/ppt/slides/slide14.xml" Id="Rb122be6042fe4fd9" /><Relationship Type="http://schemas.openxmlformats.org/officeDocument/2006/relationships/slide" Target="/ppt/slides/slide15.xml" Id="R4199879bbe474b08" /><Relationship Type="http://schemas.openxmlformats.org/officeDocument/2006/relationships/slide" Target="/ppt/slides/slide16.xml" Id="R4fab69fec12c417a" /><Relationship Type="http://schemas.openxmlformats.org/officeDocument/2006/relationships/slide" Target="/ppt/slides/slide17.xml" Id="R32b709f1ed764239" /><Relationship Type="http://schemas.openxmlformats.org/officeDocument/2006/relationships/slide" Target="/ppt/slides/slide18.xml" Id="R427ad747107f4b01" /><Relationship Type="http://schemas.openxmlformats.org/officeDocument/2006/relationships/slide" Target="/ppt/slides/slide19.xml" Id="Rb0c759fcbfd846fb" /><Relationship Type="http://schemas.openxmlformats.org/officeDocument/2006/relationships/slide" Target="/ppt/slides/slide20.xml" Id="Re2d6602f3292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23f69d1eda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4f542f18c4c0e" /><Relationship Type="http://schemas.openxmlformats.org/officeDocument/2006/relationships/notesMaster" Target="/ppt/notesMasters/notesMaster1.xml" Id="R437b473eb002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8f02e639894331" /><Relationship Type="http://schemas.openxmlformats.org/officeDocument/2006/relationships/notesMaster" Target="/ppt/notesMasters/notesMaster1.xml" Id="R12dba41a83f3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4442a59b3c467e" /><Relationship Type="http://schemas.openxmlformats.org/officeDocument/2006/relationships/notesMaster" Target="/ppt/notesMasters/notesMaster1.xml" Id="Re552af5c5a5647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bb9202f8cb44f2" /><Relationship Type="http://schemas.openxmlformats.org/officeDocument/2006/relationships/notesMaster" Target="/ppt/notesMasters/notesMaster1.xml" Id="R27c7ed2df042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d72899aca4e06" /><Relationship Type="http://schemas.openxmlformats.org/officeDocument/2006/relationships/notesMaster" Target="/ppt/notesMasters/notesMaster1.xml" Id="Rc06722d16466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61a2f96ed4541" /><Relationship Type="http://schemas.openxmlformats.org/officeDocument/2006/relationships/notesMaster" Target="/ppt/notesMasters/notesMaster1.xml" Id="Ra44a50318286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bbd149aba48bb" /><Relationship Type="http://schemas.openxmlformats.org/officeDocument/2006/relationships/notesMaster" Target="/ppt/notesMasters/notesMaster1.xml" Id="Rd4e9b201e133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28ee52372436a" /><Relationship Type="http://schemas.openxmlformats.org/officeDocument/2006/relationships/notesMaster" Target="/ppt/notesMasters/notesMaster1.xml" Id="R0691afdac0494e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7bfc307de94a5c" /><Relationship Type="http://schemas.openxmlformats.org/officeDocument/2006/relationships/notesMaster" Target="/ppt/notesMasters/notesMaster1.xml" Id="R16b7b07d05564c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cb2043e7441ff" /><Relationship Type="http://schemas.openxmlformats.org/officeDocument/2006/relationships/notesMaster" Target="/ppt/notesMasters/notesMaster1.xml" Id="R522598df19ba4b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350f537ad4471f" /><Relationship Type="http://schemas.openxmlformats.org/officeDocument/2006/relationships/notesMaster" Target="/ppt/notesMasters/notesMaster1.xml" Id="R03eedd03d4f94a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445312568a4c6c" /><Relationship Type="http://schemas.openxmlformats.org/officeDocument/2006/relationships/notesMaster" Target="/ppt/notesMasters/notesMaster1.xml" Id="R88d98936f8704a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162e05e8824e13" /><Relationship Type="http://schemas.openxmlformats.org/officeDocument/2006/relationships/notesMaster" Target="/ppt/notesMasters/notesMaster1.xml" Id="R995a5031c21c4c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9a7a2747c444c" /><Relationship Type="http://schemas.openxmlformats.org/officeDocument/2006/relationships/notesMaster" Target="/ppt/notesMasters/notesMaster1.xml" Id="R5b008103ec1e4a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35fc838a6947fc" /><Relationship Type="http://schemas.openxmlformats.org/officeDocument/2006/relationships/notesMaster" Target="/ppt/notesMasters/notesMaster1.xml" Id="Rdf5f2929b35d4b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e3dff14f4247ec" /><Relationship Type="http://schemas.openxmlformats.org/officeDocument/2006/relationships/notesMaster" Target="/ppt/notesMasters/notesMaster1.xml" Id="R19ae20c592154b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9b50b8c5ab419e" /><Relationship Type="http://schemas.openxmlformats.org/officeDocument/2006/relationships/notesMaster" Target="/ppt/notesMasters/notesMaster1.xml" Id="R8b2253f7a57749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86ab3c9f364a12" /><Relationship Type="http://schemas.openxmlformats.org/officeDocument/2006/relationships/notesMaster" Target="/ppt/notesMasters/notesMaster1.xml" Id="Ra8426b6c509c41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b1d758a60f4ba6" /><Relationship Type="http://schemas.openxmlformats.org/officeDocument/2006/relationships/notesMaster" Target="/ppt/notesMasters/notesMaster1.xml" Id="Rb4ce8d0cb4c846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ff782be18944eb" /><Relationship Type="http://schemas.openxmlformats.org/officeDocument/2006/relationships/notesMaster" Target="/ppt/notesMasters/notesMaster1.xml" Id="R044178082d60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“Daripada idea kepada MPE Hub”.</a:t>
            </a:r>
          </a:p>
          <a:p xmlns:a="http://schemas.openxmlformats.org/drawingml/2006/main">
            <a:r>
              <a:t>Mesej utama: Aplikasi web operasi makmal · GitHub Pages · Apps Script · Google Sheets + Drive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Jelaskan bahawa peserta menyesuaikan templat sedia ada, bukan membina dari kosong.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“Hasil akhir hari ini”.</a:t>
            </a:r>
          </a:p>
          <a:p xmlns:a="http://schemas.openxmlformats.org/drawingml/2006/main">
            <a:r>
              <a:t>Mesej utama: Satu salinan MPE Hub yang boleh dibuka dan diuji.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Tunjukkan aplikasi dan dokumentasi MPE Hub.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“Modul 1-5 menjadi satu aplikasi”.</a:t>
            </a:r>
          </a:p>
          <a:p xmlns:a="http://schemas.openxmlformats.org/drawingml/2006/main">
            <a:r>
              <a:t>Mesej utama: Setiap modul menyumbang keputusan reka bentuk.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Hubungkan hasil kumpulan dari modul terdahulu.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“Kita menyesuaikan templat”.</a:t>
            </a:r>
          </a:p>
          <a:p xmlns:a="http://schemas.openxmlformats.org/drawingml/2006/main">
            <a:r>
              <a:t>Mesej utama: Salin · konfigurasi · isi · semak · ubah · terbit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Ini ialah syarat supaya latihan boleh disiapkan dalam masa.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“Seni bina MPE Hub”.</a:t>
            </a:r>
          </a:p>
          <a:p xmlns:a="http://schemas.openxmlformats.org/drawingml/2006/main">
            <a:r>
              <a:t>Mesej utama: Kod awam di hadapan; storan Google di belakang.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Kredensial Google tidak diletakkan dalam kod pelayar.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“Prasyarat wajib”.</a:t>
            </a:r>
          </a:p>
          <a:p xmlns:a="http://schemas.openxmlformats.org/drawingml/2006/main">
            <a:r>
              <a:t>Mesej utama: Selesaikan sebelum pemasa amali bermula.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Semak sekatan akaun organisasi dan rangkaian.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“Had keselamatan”.</a:t>
            </a:r>
          </a:p>
          <a:p xmlns:a="http://schemas.openxmlformats.org/drawingml/2006/main">
            <a:r>
              <a:t>Mesej utama: Prototaip latihan bukan sistem pengeluaran.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Endpoint Anyone tidak sesuai untuk data sensitif tanpa kawalan tambahan.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“Tiga modul operasi”.</a:t>
            </a:r>
          </a:p>
          <a:p xmlns:a="http://schemas.openxmlformats.org/drawingml/2006/main">
            <a:r>
              <a:t>Mesej utama: Satu aplikasi, tiga jenis rekod.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data rekaan untuk semua rekod.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“Fail utama”.</a:t>
            </a:r>
          </a:p>
          <a:p xmlns:a="http://schemas.openxmlformats.org/drawingml/2006/main">
            <a:r>
              <a:t>Mesej utama: Kenal fungsi sebelum membuat perubahan.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config.js mengandungi URL deployment dan tidak ditampal kepada AI.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“Sediakan Apps Script”.</a:t>
            </a:r>
          </a:p>
          <a:p xmlns:a="http://schemas.openxmlformats.org/drawingml/2006/main">
            <a:r>
              <a:t>Mesej utama: Code.gs · ensureSetup · Web App · URL /exec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skop akses yang dibenarkan untuk latihan.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“Storan berpusat”.</a:t>
            </a:r>
          </a:p>
          <a:p xmlns:a="http://schemas.openxmlformats.org/drawingml/2006/main">
            <a:r>
              <a:t>Mesej utama: Satu rekod ialah satu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Jejak ID dari aplikasi kepada baris dan fail.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“Terbit GitHub Pages”.</a:t>
            </a:r>
          </a:p>
          <a:p xmlns:a="http://schemas.openxmlformats.org/drawingml/2006/main">
            <a:r>
              <a:t>Mesej utama: Portal latihan: Settings · Pages · GitHub 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Untuk salinan Portal Latihan, gunakan workflow Terbit portal latihan. Jika masa tidak mencukupi, peserta meneruskan Panduan klon Portal Latihan secara kendiri.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“Latihan amali 80 minit”.</a:t>
            </a:r>
          </a:p>
          <a:p xmlns:a="http://schemas.openxmlformats.org/drawingml/2006/main">
            <a:r>
              <a:t>Mesej utama: Lima aktiviti dengan bukti jelas.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Mulakan pemasa hanya selepas prasyarat selesai.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“Peta medan”.</a:t>
            </a:r>
          </a:p>
          <a:p xmlns:a="http://schemas.openxmlformats.org/drawingml/2006/main">
            <a:r>
              <a:t>Mesej utama: Wajib · pilihan · terbitan · teknikal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Catat siapa mengisi, menyemak dan membetulkan.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“Isi tiga modul”.</a:t>
            </a:r>
          </a:p>
          <a:p xmlns:a="http://schemas.openxmlformats.org/drawingml/2006/main">
            <a:r>
              <a:t>Mesej utama: Satu Buku Log · satu KEW.PA-9 · satu MCCB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Jangan gunakan nama, aset, tandatangan atau bacaan sebenar.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“Semak storan”.</a:t>
            </a:r>
          </a:p>
          <a:p xmlns:a="http://schemas.openxmlformats.org/drawingml/2006/main">
            <a:r>
              <a:t>Mesej utama: ID -&gt; tab -&gt; baris -&gt; JSON -&gt; lampiran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Semak setiap ID pada tab yang betul.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“Ubah dengan AI dan commit”.</a:t>
            </a:r>
          </a:p>
          <a:p xmlns:a="http://schemas.openxmlformats.org/drawingml/2006/main">
            <a:r>
              <a:t>Mesej utama: Satu perubahan kecil · satu tujuan · satu bukti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Audit perubahan dan pastikan tiada rahsia sebelum commit.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“Ujian penerimaan”.</a:t>
            </a:r>
          </a:p>
          <a:p xmlns:a="http://schemas.openxmlformats.org/drawingml/2006/main">
            <a:r>
              <a:t>Mesej utama: Uji fungsi, storan, kegagalan dan paparan.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Catat hasil sebenar, bukan hanya hasil dijangka.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“Checklist serahan”.</a:t>
            </a:r>
          </a:p>
          <a:p xmlns:a="http://schemas.openxmlformats.org/drawingml/2006/main">
            <a:r>
              <a:t>Mesej utama: Aplikasi boleh diteruskan oleh orang 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Tandakan bukti sebenar dalam exit ticket.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“Hasil yang boleh dibawa pulang”.</a:t>
            </a:r>
          </a:p>
          <a:p xmlns:a="http://schemas.openxmlformats.org/drawingml/2006/main">
            <a:r>
              <a:t>Mesej utama: Salinan MPE Hub yang boleh dikembangkan dengan kawalan.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Tutup dengan kuiz dan penilaian akhir program.</a:t>
            </a:r>
          </a:p>
          <a:p xmlns:a="http://schemas.openxmlformats.org/drawingml/2006/main">
            <a:r>
              <a:t>- Minta peserta menyatakan satu tindakan susulan atau satu batasan yang mesti dikawal.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5/02-Kandungan-Slaid.md, Slaid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70438030a47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3c5468af34857" /><Relationship Type="http://schemas.openxmlformats.org/officeDocument/2006/relationships/slideLayout" Target="/ppt/slideLayouts/slideLayout1.xml" Id="Rc409d27bd308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9d27bd308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6ee0838947a6" /><Relationship Type="http://schemas.openxmlformats.org/officeDocument/2006/relationships/notesSlide" Target="/ppt/notesSlides/notesSlide1.xml" Id="R75db2e15ad31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e8dce7b0d4ab4" /><Relationship Type="http://schemas.openxmlformats.org/officeDocument/2006/relationships/notesSlide" Target="/ppt/notesSlides/notesSlide2.xml" Id="R36a7e262de4240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b404149204f05" /><Relationship Type="http://schemas.openxmlformats.org/officeDocument/2006/relationships/notesSlide" Target="/ppt/notesSlides/notesSlide3.xml" Id="Rcadfa4809481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f7ea673c54da9" /><Relationship Type="http://schemas.openxmlformats.org/officeDocument/2006/relationships/notesSlide" Target="/ppt/notesSlides/notesSlide4.xml" Id="R3ff9d69be5a7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9dbbf5b8849b6" /><Relationship Type="http://schemas.openxmlformats.org/officeDocument/2006/relationships/notesSlide" Target="/ppt/notesSlides/notesSlide5.xml" Id="R4f425ab12c4b4d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9c3d1375f41ad" /><Relationship Type="http://schemas.openxmlformats.org/officeDocument/2006/relationships/notesSlide" Target="/ppt/notesSlides/notesSlide6.xml" Id="R8dcda9d04be246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c75dfe29b4a39" /><Relationship Type="http://schemas.openxmlformats.org/officeDocument/2006/relationships/notesSlide" Target="/ppt/notesSlides/notesSlide7.xml" Id="R7e2384bf6b7845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d7429bde641b8" /><Relationship Type="http://schemas.openxmlformats.org/officeDocument/2006/relationships/notesSlide" Target="/ppt/notesSlides/notesSlide8.xml" Id="R7bec71df645747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acda6c2774d8b" /><Relationship Type="http://schemas.openxmlformats.org/officeDocument/2006/relationships/notesSlide" Target="/ppt/notesSlides/notesSlide9.xml" Id="Rf70118f4fe164a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9ddfe0d174cca" /><Relationship Type="http://schemas.openxmlformats.org/officeDocument/2006/relationships/notesSlide" Target="/ppt/notesSlides/notesSlide10.xml" Id="R26bab12342e74f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316a48b7c4f24" /><Relationship Type="http://schemas.openxmlformats.org/officeDocument/2006/relationships/notesSlide" Target="/ppt/notesSlides/notesSlide11.xml" Id="R6d6466c445c84d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2da106594af5" /><Relationship Type="http://schemas.openxmlformats.org/officeDocument/2006/relationships/notesSlide" Target="/ppt/notesSlides/notesSlide12.xml" Id="R4bb5367aa9554f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31bb947a34766" /><Relationship Type="http://schemas.openxmlformats.org/officeDocument/2006/relationships/notesSlide" Target="/ppt/notesSlides/notesSlide13.xml" Id="Rf3df3f134b37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59f62641048e9" /><Relationship Type="http://schemas.openxmlformats.org/officeDocument/2006/relationships/notesSlide" Target="/ppt/notesSlides/notesSlide14.xml" Id="Ra8d8cd1d57ba46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40db19ea84926" /><Relationship Type="http://schemas.openxmlformats.org/officeDocument/2006/relationships/notesSlide" Target="/ppt/notesSlides/notesSlide15.xml" Id="R61dcdda5884945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222193d0f4fc4" /><Relationship Type="http://schemas.openxmlformats.org/officeDocument/2006/relationships/notesSlide" Target="/ppt/notesSlides/notesSlide16.xml" Id="R58ff50f069ec4a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73197f86143fc" /><Relationship Type="http://schemas.openxmlformats.org/officeDocument/2006/relationships/notesSlide" Target="/ppt/notesSlides/notesSlide17.xml" Id="Rf3efd96f17a841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934d87226428f" /><Relationship Type="http://schemas.openxmlformats.org/officeDocument/2006/relationships/notesSlide" Target="/ppt/notesSlides/notesSlide18.xml" Id="Rec691f02348246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5e6e4e4c842f9" /><Relationship Type="http://schemas.openxmlformats.org/officeDocument/2006/relationships/notesSlide" Target="/ppt/notesSlides/notesSlide19.xml" Id="Rb77c21800cfa4a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3c487a754526" /><Relationship Type="http://schemas.openxmlformats.org/officeDocument/2006/relationships/notesSlide" Target="/ppt/notesSlides/notesSlide20.xml" Id="R12a6ce1a8db44c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9E149040-AB32-4146-A468-DB0E1CA7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PEMBUKAAN</a:t>
            </a:r>
          </a:p>
        </p:txBody>
      </p:sp>
      <p:sp>
        <p:nvSpPr>
          <p:cNvPr id="2" name="number-1">
            <a:extLst xmlns:a="http://schemas.openxmlformats.org/drawingml/2006/main">
              <a:ext uri="{FF2B5EF4-FFF2-40B4-BE49-F238E27FC236}">
                <a16:creationId xmlns:a16="http://schemas.microsoft.com/office/drawing/2014/main" id="{81894090-4A8E-425B-A167-555B509A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8E917-4827-48D2-A15F-FD932DDD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A91B13ED-34C8-42E0-8D83-55ED13A8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">
            <a:extLst xmlns:a="http://schemas.openxmlformats.org/drawingml/2006/main">
              <a:ext uri="{FF2B5EF4-FFF2-40B4-BE49-F238E27FC236}">
                <a16:creationId xmlns:a16="http://schemas.microsoft.com/office/drawing/2014/main" id="{B71D3A2A-AEA2-49E1-8099-BAD9FBA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1/20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8DC1C-2210-4B60-9CF8-82D48B8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40"/>
          </a:solidFill>
          <a:ln xmlns:a="http://schemas.openxmlformats.org/drawingml/2006/main" w="9525">
            <a:solidFill>
              <a:srgbClr val="4B6970"/>
            </a:solidFill>
            <a:prstDash val="solid"/>
          </a:ln>
        </p:spPr>
      </p:sp>
      <p:sp>
        <p:nvSpPr>
          <p:cNvPr id="7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A6AFD53-243C-48D8-A9B5-5A146ABF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</a:t>
            </a:r>
          </a:p>
        </p:txBody>
      </p:sp>
      <p:sp>
        <p:nvSpPr>
          <p:cNvPr id="8" name="deck-title">
            <a:extLst xmlns:a="http://schemas.openxmlformats.org/drawingml/2006/main">
              <a:ext uri="{FF2B5EF4-FFF2-40B4-BE49-F238E27FC236}">
                <a16:creationId xmlns:a16="http://schemas.microsoft.com/office/drawing/2014/main" id="{F9D60D6D-6E4D-4760-9FF9-6533D16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Daripada idea kepada MPE 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B5F4A-C07A-4174-B33C-A7DDEF92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781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k-lead">
            <a:extLst xmlns:a="http://schemas.openxmlformats.org/drawingml/2006/main">
              <a:ext uri="{FF2B5EF4-FFF2-40B4-BE49-F238E27FC236}">
                <a16:creationId xmlns:a16="http://schemas.microsoft.com/office/drawing/2014/main" id="{29C035D7-CC70-4750-AAC6-7A201059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Aplikasi web operasi makmal · GitHub Pages · Apps Script · Google Sheets + Drive</a:t>
            </a:r>
          </a:p>
        </p:txBody>
      </p:sp>
      <p:sp>
        <p:nvSpPr>
          <p:cNvPr id="11" name="presenter">
            <a:extLst xmlns:a="http://schemas.openxmlformats.org/drawingml/2006/main">
              <a:ext uri="{FF2B5EF4-FFF2-40B4-BE49-F238E27FC236}">
                <a16:creationId xmlns:a16="http://schemas.microsoft.com/office/drawing/2014/main" id="{34A9D16B-4382-4C9A-A747-305511A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Prof. Madya Dr. Mohd Murtadha Mohamad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29 Julai 2026 · CREaTE JKR</a:t>
            </a:r>
          </a:p>
        </p:txBody>
      </p:sp>
      <p:sp>
        <p:nvSpPr>
          <p:cNvPr id="12" name="duration">
            <a:extLst xmlns:a="http://schemas.openxmlformats.org/drawingml/2006/main">
              <a:ext uri="{FF2B5EF4-FFF2-40B4-BE49-F238E27FC236}">
                <a16:creationId xmlns:a16="http://schemas.microsoft.com/office/drawing/2014/main" id="{03BB1E3F-0F67-44B5-84CA-34EA07C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120 MINIT</a:t>
            </a:r>
          </a:p>
        </p:txBody>
      </p:sp>
    </p:spTree>
    <p:extLst>
      <p:ext uri="{BB962C8B-B14F-4D97-AF65-F5344CB8AC3E}">
        <p14:creationId xmlns:p14="http://schemas.microsoft.com/office/powerpoint/2010/main" val="1606314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">
            <a:extLst xmlns:a="http://schemas.openxmlformats.org/drawingml/2006/main">
              <a:ext uri="{FF2B5EF4-FFF2-40B4-BE49-F238E27FC236}">
                <a16:creationId xmlns:a16="http://schemas.microsoft.com/office/drawing/2014/main" id="{EC92233E-C6C1-4713-BFEF-5C2CE40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HASIL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7B24D2F7-0A8C-4A1E-B57A-D03E35C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DA3C9-9504-4398-927F-8991563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B85497FB-6B8E-4C60-93F4-96221D1F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E90A32D-4CFB-4B19-B71E-4DB3E89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F7655F-ED25-460C-8B92-AC16A79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Hasil akhir hari ini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793419E-CBEF-453E-8096-E5529AE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salinan MPE Hub yang boleh dibuka dan diuji.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FE4C0-A9E8-4C68-AE8F-5C7B7BA8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8DB2A-2275-4235-A219-B52538E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20E7797-EF96-4961-9F87-82BA661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552DDF5-E6DF-4DD1-AFDC-0F0CE134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Repositori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19E60-914C-4839-A9FB-DD24F584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A7475-59F3-458A-81C5-2CE09CC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9F309FF6-B2F3-4996-BAEF-22CF6D77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A11764E-AF7E-422B-8299-10ECA3BA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GitHub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15A5E-B3BD-4645-A4BD-F970B56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4ACF4-3CEA-46B4-A2ED-789D8B95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FE6C0DED-4018-4D96-A700-994610E3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BD4E3CA-EAB8-4A17-8DC2-9BA6D28F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Apps 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234B1-B5F5-4240-89B7-4E991232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93728-6282-4B0B-9180-0A33B7E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97A4892A-33D8-45A7-828B-BC3C62E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F020967A-38FE-4527-AEF4-0B7C55E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3 rekod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BB6FB-EE21-407C-AAC7-990FAF74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19F84-297C-4F16-8EA9-ACFA43E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A0F3F089-0106-43AE-9A5A-C1F741F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4FD2C4A0-3367-4A74-A255-02C0B2B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Sheets + Drive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BE2408-A2FC-4318-BA08-54DFBEFB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8E65C-90D0-4A69-938C-ED44F9B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E6CE65A5-B17D-4BE9-82CA-989EB91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E23E44F5-7DD0-40ED-AB9F-9D9F0C98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1 perubahan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25E7E7-7E57-48C2-897D-94B8659C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33516-A0E4-4BED-B7B5-1D434B1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F9772E37-9B7A-4DE7-9A37-A1C51A10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6010931A-099D-4839-B045-EBA5671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1 commit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43BF6-1B6E-4730-8776-00403223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ECDB9-15A9-4A82-8B9F-520DBF62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20391C55-B439-4981-953D-0A265EE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D47F656A-2ADE-4E0E-8A79-D136F8FC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Ujian</a:t>
            </a:r>
          </a:p>
        </p:txBody>
      </p:sp>
    </p:spTree>
    <p:extLst>
      <p:ext uri="{BB962C8B-B14F-4D97-AF65-F5344CB8AC3E}">
        <p14:creationId xmlns:p14="http://schemas.microsoft.com/office/powerpoint/2010/main" val="842611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3">
            <a:extLst xmlns:a="http://schemas.openxmlformats.org/drawingml/2006/main">
              <a:ext uri="{FF2B5EF4-FFF2-40B4-BE49-F238E27FC236}">
                <a16:creationId xmlns:a16="http://schemas.microsoft.com/office/drawing/2014/main" id="{201263AE-07EC-4C0D-A7E2-F46DE34C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INTEGRASI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86448C5C-DB10-416A-8F77-F0F7F83A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56DA-F1A9-412A-B5D3-251B16EE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1E01F081-A6B5-4338-A3D8-03CA90D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3">
            <a:extLst xmlns:a="http://schemas.openxmlformats.org/drawingml/2006/main">
              <a:ext uri="{FF2B5EF4-FFF2-40B4-BE49-F238E27FC236}">
                <a16:creationId xmlns:a16="http://schemas.microsoft.com/office/drawing/2014/main" id="{4D3D8ACB-0FE0-410E-BEED-65DC3B77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3/20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E8F692-0816-420A-8A35-B9728DA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Modul 1-5 menjadi satu aplikasi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BEA8442-AB12-4DC4-B4BA-8CB781A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modul menyumbang keputusan reka bentuk.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3DAD-BA22-40CC-B9D8-A527CF81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76D6E-6ABD-4441-B81E-B408873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5CBFAE1B-A330-4DE5-9B22-56F165F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643ACAB-58AF-4F45-A576-CDA85553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Masalah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C2458-E064-4A3C-889C-6263FE0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8EA71-0A17-492E-88B4-035AC03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897A9D7E-EAA8-497B-95D3-CEB6E89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94F4C20-096D-44C4-A345-6306E13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Dokumen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A8B46-5CA0-42C6-8C75-EA744CA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11861-ACE8-4CA7-8296-7495D0E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324C717F-5654-4F41-BE63-9302261F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95A35FC-15B0-493E-A6AF-C12C8D8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9E77F-E8A1-4D7A-8E9A-7A533EE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63044-10C3-4691-A2C8-E596D38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F67BBD6-9C59-462A-97BE-9812044D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C5DB36DB-1931-4395-B082-5A82F45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Aliran kerja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F5088-C716-460F-8F2B-7E33085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6C99F-3DF3-497D-B932-FC6F083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639EB53F-E5E9-4AAC-BD32-6BEEEE1F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989F32C-693F-4157-B91C-AAFE2FE2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MPE Hub</a:t>
            </a:r>
          </a:p>
        </p:txBody>
      </p:sp>
    </p:spTree>
    <p:extLst>
      <p:ext uri="{BB962C8B-B14F-4D97-AF65-F5344CB8AC3E}">
        <p14:creationId xmlns:p14="http://schemas.microsoft.com/office/powerpoint/2010/main" val="1833330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4">
            <a:extLst xmlns:a="http://schemas.openxmlformats.org/drawingml/2006/main">
              <a:ext uri="{FF2B5EF4-FFF2-40B4-BE49-F238E27FC236}">
                <a16:creationId xmlns:a16="http://schemas.microsoft.com/office/drawing/2014/main" id="{16765273-8D4F-494C-AF0B-FBA5340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KAEDAH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65F2A3C6-E470-4034-9394-15C46C2F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A3214-27B9-4D48-A74C-34AC2352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A0CA7680-F449-4579-9BAB-2FBAAA55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4">
            <a:extLst xmlns:a="http://schemas.openxmlformats.org/drawingml/2006/main">
              <a:ext uri="{FF2B5EF4-FFF2-40B4-BE49-F238E27FC236}">
                <a16:creationId xmlns:a16="http://schemas.microsoft.com/office/drawing/2014/main" id="{258C55E4-C6E5-4613-A87B-3EE5232D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4/20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68400E-1D44-4052-83A1-1A536861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Kita menyesuaikan templat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D0D999BE-E714-4E02-8911-D8161FB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Salin · konfigurasi · isi · semak · ubah · terbit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ECE20-176F-4CF8-A9F0-E965259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625D2-FD3C-498B-A9A6-FE34033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CE38669D-B2D1-4C7D-BF1F-D7983A64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01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BUKAN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51CE828-477A-4EA4-9B4F-1A3AF282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50196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Bina semua kod dari kosong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C1350-EED5-459E-B603-DE3F0FCF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74892-B45D-45FF-923A-2021D67E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B69B5E93-5858-4209-8847-9277660C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501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YA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6E385C3-1511-4F2B-BDF2-DB70362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50196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Gunakan templat dan buktikan aliran</a:t>
            </a:r>
          </a:p>
        </p:txBody>
      </p:sp>
    </p:spTree>
    <p:extLst>
      <p:ext uri="{BB962C8B-B14F-4D97-AF65-F5344CB8AC3E}">
        <p14:creationId xmlns:p14="http://schemas.microsoft.com/office/powerpoint/2010/main" val="1903889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5">
            <a:extLst xmlns:a="http://schemas.openxmlformats.org/drawingml/2006/main">
              <a:ext uri="{FF2B5EF4-FFF2-40B4-BE49-F238E27FC236}">
                <a16:creationId xmlns:a16="http://schemas.microsoft.com/office/drawing/2014/main" id="{79B3F3A7-B67C-49E8-B100-7B8A6022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SENI BINA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CB5A4676-E2A2-4563-8309-F08DB73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31447-034A-4A1A-A32F-F5AF6349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75B82F85-456D-46FF-AD4B-0B7405BA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5">
            <a:extLst xmlns:a="http://schemas.openxmlformats.org/drawingml/2006/main">
              <a:ext uri="{FF2B5EF4-FFF2-40B4-BE49-F238E27FC236}">
                <a16:creationId xmlns:a16="http://schemas.microsoft.com/office/drawing/2014/main" id="{56363382-FCD1-435C-B0E1-A57B374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5/20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A3EF5-B22B-4F2A-9B3A-0F96E23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Seni bina MPE Hub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AE2B7C-F82C-4C8F-B34D-F8F3E8BF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Kod awam di hadapan; storan Google di belakang.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E3170-95CD-4DD4-957B-C0F534B0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F4C59-D980-4921-A6F3-9DB7BF8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CAA04F4C-513C-4EF8-B9BD-D0893B8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Pengguna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7DAF1-ACE3-42A1-B9F5-7864E6CB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3578-8C72-4248-815C-7FF0F3B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694EAAF-686E-45B3-81FB-CF170B4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GitHub Pages</a:t>
            </a:r>
          </a:p>
        </p:txBody>
      </p:sp>
      <p:sp>
        <p:nvSpPr>
          <p:cNvPr id="14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415A8EA-ECB0-46BA-8EE4-037736E8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HTML · CSS · 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715E4-A3DF-4B03-8A10-0D0F392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E5F86-3CC0-4590-942D-8EA546DA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B40EA70-050B-4BDA-BF25-EEC9A2F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Apps Script</a:t>
            </a:r>
          </a:p>
        </p:txBody>
      </p:sp>
      <p:sp>
        <p:nvSpPr>
          <p:cNvPr id="18" name="card-body-2">
            <a:extLst xmlns:a="http://schemas.openxmlformats.org/drawingml/2006/main">
              <a:ext uri="{FF2B5EF4-FFF2-40B4-BE49-F238E27FC236}">
                <a16:creationId xmlns:a16="http://schemas.microsoft.com/office/drawing/2014/main" id="{3D0CEF80-7E6C-4E0E-913F-A65D0DC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GET · 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E691D-573A-441D-A2D7-206C518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2C080-5504-4345-9961-08F55DF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BDB4A89-CF0C-4608-90BB-71D8E358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Sheets + Drive</a:t>
            </a:r>
          </a:p>
        </p:txBody>
      </p:sp>
      <p:sp>
        <p:nvSpPr>
          <p:cNvPr id="22" name="card-body-3">
            <a:extLst xmlns:a="http://schemas.openxmlformats.org/drawingml/2006/main">
              <a:ext uri="{FF2B5EF4-FFF2-40B4-BE49-F238E27FC236}">
                <a16:creationId xmlns:a16="http://schemas.microsoft.com/office/drawing/2014/main" id="{BAD94478-519F-40C7-A611-859D27D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Data · fail</a:t>
            </a:r>
          </a:p>
        </p:txBody>
      </p:sp>
    </p:spTree>
    <p:extLst>
      <p:ext uri="{BB962C8B-B14F-4D97-AF65-F5344CB8AC3E}">
        <p14:creationId xmlns:p14="http://schemas.microsoft.com/office/powerpoint/2010/main" val="1442832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6">
            <a:extLst xmlns:a="http://schemas.openxmlformats.org/drawingml/2006/main">
              <a:ext uri="{FF2B5EF4-FFF2-40B4-BE49-F238E27FC236}">
                <a16:creationId xmlns:a16="http://schemas.microsoft.com/office/drawing/2014/main" id="{2E013449-32E2-4A35-930C-9E1B1E46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PRASYARAT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E4FA7FCB-92C9-441C-A581-7B875AE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4ABC0-1281-4F8D-A5B1-0B48243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0EE56D70-44CD-4644-99D7-DED40758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6">
            <a:extLst xmlns:a="http://schemas.openxmlformats.org/drawingml/2006/main">
              <a:ext uri="{FF2B5EF4-FFF2-40B4-BE49-F238E27FC236}">
                <a16:creationId xmlns:a16="http://schemas.microsoft.com/office/drawing/2014/main" id="{28B98689-E3DB-4D54-9BE4-165F31A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6/20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CD657-2CC2-42C8-8B9A-0D33A68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Prasyarat wajib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657D8F08-4CF3-4ECB-906B-59477788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Selesaikan sebelum pemasa amali bermula.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606A6-A61F-4D6E-98D8-B230824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86006-3124-4B24-A61C-4CF5E2B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0C46C094-AEA4-425F-8461-77FEC651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260370F0-6700-4797-8FE8-2DEDA48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Akaun Google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BBA77-2E8D-4D7A-A272-4610FD8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AA2E9-D642-4BC4-8EC9-5B32ECFB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D3B1CE8C-E5DD-4319-89D3-AE196B0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51F0DDF-6779-41E1-99E9-DE45B38F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Drive + Sheets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AE74E-BBDD-4576-980B-7638290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6C996-2D2C-4105-AF7C-F268C94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3F45DD9A-55B2-43F6-A21D-D1FF389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E7336B3-7C09-494D-9C4B-28A5511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Apps 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C5585-7F2A-4B66-A65A-244AE38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880B0-6C9E-4300-91AC-EC3AC03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793F31E9-C710-4599-914E-3960051F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4E393CE-E8F7-47BD-B700-57A418B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Akaun 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E025D-C1A9-467C-AB8E-21661533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14FB5-8FF7-467D-AF66-74BB2F7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DF27684C-B545-4E12-AF27-CE12D334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FBD73EE-A591-494C-A4C0-AE2B417B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GitHub Pages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7BC86-623B-4CB0-AB0B-B209373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A814F-6213-41A6-B140-C5A9C2B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4F6EC0CA-46E8-4EC6-AFE0-CAF294C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3B18B014-297A-427F-AB79-4BBF4809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Komputer riba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1B6E4-9DA7-46F4-864A-6FEA5CE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C350A-E48F-4C5D-958C-62E74B4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1DB78D3B-96B4-49F8-9D7B-6BD6C3F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568608EF-857D-48FA-B1D0-08EF1531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Internet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97F9D6-7955-47F2-9117-CF36151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E9787-7B2C-4A6E-872A-2DF6E5FB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A8A57EFA-1721-4B2F-AD0E-397902BF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DFE7573C-8793-4B6E-B94D-4E7DF6F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AI percuma</a:t>
            </a:r>
          </a:p>
        </p:txBody>
      </p:sp>
    </p:spTree>
    <p:extLst>
      <p:ext uri="{BB962C8B-B14F-4D97-AF65-F5344CB8AC3E}">
        <p14:creationId xmlns:p14="http://schemas.microsoft.com/office/powerpoint/2010/main" val="99816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7">
            <a:extLst xmlns:a="http://schemas.openxmlformats.org/drawingml/2006/main">
              <a:ext uri="{FF2B5EF4-FFF2-40B4-BE49-F238E27FC236}">
                <a16:creationId xmlns:a16="http://schemas.microsoft.com/office/drawing/2014/main" id="{065CCB47-97BB-4E35-9616-690ABF8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KESELAMATAN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414B4EC0-93BC-4D2A-B729-A857E019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E4643-5EFB-486D-999F-93C52A5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B742CAF6-3E78-4E3E-94DA-2D05B117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7">
            <a:extLst xmlns:a="http://schemas.openxmlformats.org/drawingml/2006/main">
              <a:ext uri="{FF2B5EF4-FFF2-40B4-BE49-F238E27FC236}">
                <a16:creationId xmlns:a16="http://schemas.microsoft.com/office/drawing/2014/main" id="{12A3B4AF-43EA-4285-99B7-38232B18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7/20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9B905-C164-4A68-9BDB-BD469B3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Had keselamatan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5D7D9289-D039-4CA9-9CBA-6AF7ADB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Prototaip latihan bukan sistem pengeluaran.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E7AF7-9B31-469B-B322-7CA0C9F8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D5C7A-EA46-40B2-8DD1-9CCF1C1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0BE198AF-EA1A-4E73-90A6-036735E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50AC07C-64A8-4514-979F-F6853B8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rekaan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3B92C-96ED-4BFC-AFE7-4D16F33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DFFAD-A924-4B12-9604-67CDC10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0BDE6BE7-A02D-451F-81F9-8DD10C29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9A075C3-08DA-43CC-B52A-6652BD5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Tiada ID dalam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34741-F38D-4C44-BD48-7DEB43B5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B484B-3D8B-409E-9FAB-7D27FBC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6636E63-9671-4E49-AF7F-3CD870D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A014E85-3C39-4B0C-8574-62619BF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Storan private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CB2DA-C01F-49F9-B564-3886E26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CFB0F-F37D-4239-88F3-852CD44E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8604E3E-755B-4A73-BCE1-3645C556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749B03F-F524-4427-80C9-855C0757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Kod Pages umum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94B22-929D-4A17-BA5D-C418F999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E21DC-CDB6-4012-806D-8EEC29F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6890C295-8C12-4104-8A01-C71E1F3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602CD2A9-22AE-4453-AC29-AB7E84C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 dikawal</a:t>
            </a:r>
          </a:p>
        </p:txBody>
      </p:sp>
    </p:spTree>
    <p:extLst>
      <p:ext uri="{BB962C8B-B14F-4D97-AF65-F5344CB8AC3E}">
        <p14:creationId xmlns:p14="http://schemas.microsoft.com/office/powerpoint/2010/main" val="182774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8">
            <a:extLst xmlns:a="http://schemas.openxmlformats.org/drawingml/2006/main">
              <a:ext uri="{FF2B5EF4-FFF2-40B4-BE49-F238E27FC236}">
                <a16:creationId xmlns:a16="http://schemas.microsoft.com/office/drawing/2014/main" id="{51243721-DD79-4DCA-8E18-47645865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KEPERLUAN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1BCDA06B-9FDA-4F62-8A04-F8AFA59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44960-3505-4D89-8540-95B4E1B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E5F78A5E-FBA0-4CC4-BFEE-5598D09C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8">
            <a:extLst xmlns:a="http://schemas.openxmlformats.org/drawingml/2006/main">
              <a:ext uri="{FF2B5EF4-FFF2-40B4-BE49-F238E27FC236}">
                <a16:creationId xmlns:a16="http://schemas.microsoft.com/office/drawing/2014/main" id="{E3E19A76-22FE-4F48-9D13-C0A6E84C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8/20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B2FB85-BA8A-4931-888A-21E957CB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Tiga modul operasi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3A06C2C-5DD2-48C2-9F96-F6A19E8E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aplikasi, tiga jenis rekod.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F1488-56CD-4C68-8C7A-835DB8B5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963A6-3707-4FCF-9739-6CB5EB2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E4657EA-F230-4D37-9815-3220CE1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Buku Log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9DD1BFD-76D6-474C-AB3A-6B34144F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Kehadiran · masa · aktiviti · lampiran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3EB3D-73D9-4A0D-B369-BFDD7A1A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8129-3F1E-4265-830E-0902C1B8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65A3F25-C1F2-4215-8FCA-39F6FAB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KEW.PA-9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05587203-1461-4088-8115-40A9724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Pemohon · aset · tujuan ·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0EFE9-F165-4A83-8805-DD83EBD6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EDDC6-0B17-4BD4-BE9B-7CA72CE2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18C47A0-18E5-461B-A7E7-A38092E4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MCCB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478E0FD6-5CE6-4EFA-A994-61C35826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Unit · arus · trip time · pengesahan</a:t>
            </a:r>
          </a:p>
        </p:txBody>
      </p:sp>
    </p:spTree>
    <p:extLst>
      <p:ext uri="{BB962C8B-B14F-4D97-AF65-F5344CB8AC3E}">
        <p14:creationId xmlns:p14="http://schemas.microsoft.com/office/powerpoint/2010/main" val="870759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9">
            <a:extLst xmlns:a="http://schemas.openxmlformats.org/drawingml/2006/main">
              <a:ext uri="{FF2B5EF4-FFF2-40B4-BE49-F238E27FC236}">
                <a16:creationId xmlns:a16="http://schemas.microsoft.com/office/drawing/2014/main" id="{B8C81647-919E-4EEA-B3DB-0DEE57C1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FRONTEND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67EC41DB-35EE-48C1-A227-255269D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34AE7-5A14-48BA-8EC7-DB7D5D9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2C289E94-8ADA-44C3-BA7D-340D1AEF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9">
            <a:extLst xmlns:a="http://schemas.openxmlformats.org/drawingml/2006/main">
              <a:ext uri="{FF2B5EF4-FFF2-40B4-BE49-F238E27FC236}">
                <a16:creationId xmlns:a16="http://schemas.microsoft.com/office/drawing/2014/main" id="{215DE34B-032E-4B24-B9CA-23850A3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9/20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ECFAC-F65A-4F99-8AD2-B9410018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Fail utama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5D2D36C-B002-47B2-9B33-CA734E8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Kenal fungsi sebelum membuat perubahan.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C26A6-1CA4-4B39-98F0-2EF8A548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06B4C-75D1-4A64-BE70-EBD3D6F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C4A76004-90F3-411C-B7E9-46A0E47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88B15-BFA6-45CD-B597-8CDBE9BB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7DEB6-A713-4158-B750-2D761DD7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B90233B-5567-471C-9686-6EE7493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styles.css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4ABCC-ACEE-491F-8BCD-90D8FD18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617EC-2CAD-4C97-98F1-378DF6E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BE1488B8-2389-4A46-858E-991351BA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app.js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30BEE-CBBC-480B-9807-E9318938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DAD1F-17F6-4F50-932F-C319AF79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AF4D4B4C-9DF2-45BF-8426-567991B4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config.js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14F44-4937-4E0D-ABF8-C9691EED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8D5F0-0E72-43CB-9DBC-4A441743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2D2BFAA-AA34-4959-B2A3-13F9170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Code.gs</a:t>
            </a:r>
          </a:p>
        </p:txBody>
      </p:sp>
    </p:spTree>
    <p:extLst>
      <p:ext uri="{BB962C8B-B14F-4D97-AF65-F5344CB8AC3E}">
        <p14:creationId xmlns:p14="http://schemas.microsoft.com/office/powerpoint/2010/main" val="21351363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90AD671E-CC84-461E-87B8-68D70B86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BACKEND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A724C2FF-9B57-452F-BD7B-3F5B1A08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7C672-CA83-474A-B70B-547C5FC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504BFB10-5783-4149-B2D4-CE933B6C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83BC732-CC00-4D0C-9CA1-E3679919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10/20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63C525-88CC-4CB9-BECD-90C7FF1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Sediakan Apps Script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037F7DC-39D6-47C7-A34F-305D2229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Code.gs · ensureSetup · Web App · URL /exec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CBC42-D9A8-4494-BAFB-E2C0F772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4B6B5-AD87-4B37-89B6-2820529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DAB609D-672B-4A60-9679-43C6E95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Salin Code.gs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66DB5-DE42-4548-9B0A-C8C180F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C0BEA-9A79-4E99-BBD8-56772D5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45D79DBE-0F6E-4941-A5B8-2992F4C8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Jalan ensureSetup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5ED2F-3F5B-4D3A-ADE9-87257EC0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FEFF2-92BA-4FAD-94D4-72C69211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B8A47EE-110F-4ABC-A7C1-A03C159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Benarkan storan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EC8F0-D30F-4822-B6C9-FA7E492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182C5-0F2E-4E6E-83D1-E1F0B64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2339E07C-F09E-4299-A35C-27C9703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Deploy Web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6A76B-8D5C-422F-B719-3FE8AC6C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E21FF-8A03-46B0-B948-0179D6ED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49868A9D-9E72-49B9-8D3E-634879E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Kemas kini config</a:t>
            </a:r>
          </a:p>
        </p:txBody>
      </p:sp>
    </p:spTree>
    <p:extLst>
      <p:ext uri="{BB962C8B-B14F-4D97-AF65-F5344CB8AC3E}">
        <p14:creationId xmlns:p14="http://schemas.microsoft.com/office/powerpoint/2010/main" val="2064294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1">
            <a:extLst xmlns:a="http://schemas.openxmlformats.org/drawingml/2006/main">
              <a:ext uri="{FF2B5EF4-FFF2-40B4-BE49-F238E27FC236}">
                <a16:creationId xmlns:a16="http://schemas.microsoft.com/office/drawing/2014/main" id="{23855D0F-0D2A-4ABA-88DC-6CABD6B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STORAN</a:t>
            </a:r>
          </a:p>
        </p:txBody>
      </p:sp>
      <p:sp>
        <p:nvSpPr>
          <p:cNvPr id="2" name="number-11">
            <a:extLst xmlns:a="http://schemas.openxmlformats.org/drawingml/2006/main">
              <a:ext uri="{FF2B5EF4-FFF2-40B4-BE49-F238E27FC236}">
                <a16:creationId xmlns:a16="http://schemas.microsoft.com/office/drawing/2014/main" id="{0335C1F1-8B8B-4925-9881-565136F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E5DA-4A8C-4223-8FC6-A6A23E7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4B0144FA-1964-474D-BCA6-1187DD6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1">
            <a:extLst xmlns:a="http://schemas.openxmlformats.org/drawingml/2006/main">
              <a:ext uri="{FF2B5EF4-FFF2-40B4-BE49-F238E27FC236}">
                <a16:creationId xmlns:a16="http://schemas.microsoft.com/office/drawing/2014/main" id="{AE834BFE-7AB2-4381-B2A0-47138D9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11/20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C072A-2D04-45AA-BE76-2CD4C668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Storan berpusat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951974B3-3198-4C6E-A270-9905D91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Satu rekod ialah satu baris.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218BC-3ADC-477E-8910-53B9B3A6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3A83F-3409-4DEB-9F6F-3280466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2C1A3DB-AA10-4ACE-A689-8EC3D61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66697-6A67-4B0D-8734-ADA23888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18D29-2803-4184-B8E6-3A6A771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3F52ED3-1979-4A3C-AA34-5BAC78A2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89137-D4EA-4182-AC34-ACCE50E7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E9B06-04DE-433A-8899-42ADB8E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E81CBAE-C68E-468B-B641-30D48747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mccb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568C8-4EC8-4957-AE3D-8D60483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1C2CA-677C-4197-9CE3-EB79321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A9F1389C-3288-4530-90D4-ABE2615F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20" name="card-body-3">
            <a:extLst xmlns:a="http://schemas.openxmlformats.org/drawingml/2006/main">
              <a:ext uri="{FF2B5EF4-FFF2-40B4-BE49-F238E27FC236}">
                <a16:creationId xmlns:a16="http://schemas.microsoft.com/office/drawing/2014/main" id="{B0D26500-6785-457F-9F87-E40B6738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Lampiran rekaan</a:t>
            </a:r>
          </a:p>
        </p:txBody>
      </p:sp>
    </p:spTree>
    <p:extLst>
      <p:ext uri="{BB962C8B-B14F-4D97-AF65-F5344CB8AC3E}">
        <p14:creationId xmlns:p14="http://schemas.microsoft.com/office/powerpoint/2010/main" val="1571122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2">
            <a:extLst xmlns:a="http://schemas.openxmlformats.org/drawingml/2006/main">
              <a:ext uri="{FF2B5EF4-FFF2-40B4-BE49-F238E27FC236}">
                <a16:creationId xmlns:a16="http://schemas.microsoft.com/office/drawing/2014/main" id="{44FC3972-308D-4340-BB80-E59FDB5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PENERBITAN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EA0ECA10-3487-4E23-9154-5668F8AD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06DE7-3143-42DD-A01F-D67330C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26988CEF-FF4E-4EA6-99A9-4BCCCF32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2">
            <a:extLst xmlns:a="http://schemas.openxmlformats.org/drawingml/2006/main">
              <a:ext uri="{FF2B5EF4-FFF2-40B4-BE49-F238E27FC236}">
                <a16:creationId xmlns:a16="http://schemas.microsoft.com/office/drawing/2014/main" id="{5C0EE3A5-FFE1-49E0-85A1-8AEEE75B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12/20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AFB1B-1BB1-4EE6-936E-B24A435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Terbit GitHub Pages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4F84CE0-28F6-497D-885B-E66EA88C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Portal latihan: Settings · Pages · GitHub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957CB-BC50-444A-9E81-9221367A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6F250-A1DF-46D5-B1EB-9561BA2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D178A5E7-5B10-4A42-9D91-A06EE72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10FC59B-BEA1-457F-8DC5-8FBD796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Fork / Clone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7800C-665E-458A-8B0D-C4B5358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BE401-B466-4EF3-A62A-D41A75D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9D78B9FD-EC6D-4802-93C1-577A6455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8CC4131-36AB-4449-BAE7-AEC70197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Benarkan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5BCCB-34A0-4F9A-A453-D80D1B5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372CA-1034-4EB2-BB90-C74153F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04DD13A-B910-4E7A-B89D-3AB771A6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2E56A13-AFDE-4084-B213-363BA603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Pilih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0518-6C39-4EC8-AAE1-DA880343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0A15E-2E0D-4CE8-9CD3-B883B0B9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F02C82C6-66CF-48BC-A7E1-FFFF363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BD24AAC-239B-4ED2-BFF6-2E944905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Jalankan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1CC63-7D39-4C63-9061-7D076B8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F7749-1318-4672-917D-AADEDE57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7520E628-D0D2-4F32-B38E-0211CF9D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E0683140-1EE8-4E4E-BE69-F08FC74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Buka URL</a:t>
            </a:r>
          </a:p>
        </p:txBody>
      </p:sp>
    </p:spTree>
    <p:extLst>
      <p:ext uri="{BB962C8B-B14F-4D97-AF65-F5344CB8AC3E}">
        <p14:creationId xmlns:p14="http://schemas.microsoft.com/office/powerpoint/2010/main" val="1673192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3">
            <a:extLst xmlns:a="http://schemas.openxmlformats.org/drawingml/2006/main">
              <a:ext uri="{FF2B5EF4-FFF2-40B4-BE49-F238E27FC236}">
                <a16:creationId xmlns:a16="http://schemas.microsoft.com/office/drawing/2014/main" id="{510BC2AE-C1C8-4933-AF1C-8D5EB648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AMALI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D60A6BB3-F101-446E-A542-1A6B66F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79ADE-28C8-4388-A0FB-350C99D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86E73A74-92EF-4F3D-A141-644328B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3">
            <a:extLst xmlns:a="http://schemas.openxmlformats.org/drawingml/2006/main">
              <a:ext uri="{FF2B5EF4-FFF2-40B4-BE49-F238E27FC236}">
                <a16:creationId xmlns:a16="http://schemas.microsoft.com/office/drawing/2014/main" id="{4AB5AE64-2117-484E-943A-69B6CAA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13/20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14AF4-7718-4FF5-9043-2850789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Latihan amali 80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076EFEE-49BC-433A-B09E-CBCBF910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Lima aktiviti dengan bukti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EBCBB-26CF-45AB-96C2-8BE30BCE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FBEC4-1B8C-4353-B93C-3A11CD08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378FA263-0479-4B7D-A1E4-A0AE750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255045B-776D-454F-98C9-D349FD74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Peta medan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69904-2D9A-4FDC-8352-8D669DA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4D2D6-C656-454E-B4B1-EDBF6003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A912790D-FFA8-4B49-8AA7-44B4665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EEA1F5F-118E-4948-B37A-202C9037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Isi 3 modul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471D9-F8A7-42F0-A484-BA214311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B79B8-09CD-430A-9C65-A6AD2E3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8437724F-14AA-4E82-B5B7-3A38B226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3418B25-6BF9-4DEF-AA2D-18855F4B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storan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DFC2C-049B-49C6-BF64-FCDE5BD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7302C-72D9-420F-B289-0356747D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2DA8B60C-1A91-4345-A3F3-38C19A9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A6D592B-1424-4C62-9D9F-B44E43A8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Ubah + commit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67D9E-7B35-4513-826E-004308BD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EAECF-7268-4432-B2FD-147F9A05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B80B6ED1-4650-4057-A743-44172CF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BCF8FF1-C61B-4C81-8017-E764BAB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Pages</a:t>
            </a:r>
          </a:p>
        </p:txBody>
      </p:sp>
    </p:spTree>
    <p:extLst>
      <p:ext uri="{BB962C8B-B14F-4D97-AF65-F5344CB8AC3E}">
        <p14:creationId xmlns:p14="http://schemas.microsoft.com/office/powerpoint/2010/main" val="19671407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4">
            <a:extLst xmlns:a="http://schemas.openxmlformats.org/drawingml/2006/main">
              <a:ext uri="{FF2B5EF4-FFF2-40B4-BE49-F238E27FC236}">
                <a16:creationId xmlns:a16="http://schemas.microsoft.com/office/drawing/2014/main" id="{B703FA25-7064-4F28-8394-5F16540E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AMALI 1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8C34FC0A-D1D1-4463-B9E8-2E3FF7D8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24CF3-CCBB-4D13-AFC6-8873EA98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A51C4B4F-37B0-4C56-9463-C61EBB2C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4">
            <a:extLst xmlns:a="http://schemas.openxmlformats.org/drawingml/2006/main">
              <a:ext uri="{FF2B5EF4-FFF2-40B4-BE49-F238E27FC236}">
                <a16:creationId xmlns:a16="http://schemas.microsoft.com/office/drawing/2014/main" id="{7D0CF99E-4946-4777-90F2-4CDA697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14/20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A4BFD-D1A9-4B9D-A328-DD6137B8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Peta medan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BE4BE11-22AB-43F1-B650-5ABC307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Wajib · pilihan · terbitan · teknikal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B1932-F0D5-4D3C-AC62-E2101B2D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2A709-C964-4A28-A105-786258C0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9FC34125-5AC6-43AE-9162-63981D27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58B4205-0DB8-40B1-8D26-8C23309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Medan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6BCA-9B23-4955-9C95-AB7CE25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589CB-0877-4156-AD28-D3A296B9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CD46F86-402C-49EE-BB28-ADFA3D7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EB2B788-25BE-4A4A-BD53-ABD14BF9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Jenis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AC0B0-EC91-4F71-B120-FCD4620B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FA35F-9E96-429E-8054-547B776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2723EBA0-C0C0-4376-B53F-2E299A67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33FF645-4883-409D-891E-6329B634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Peranan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96C90-8E80-4F78-B15F-ABD2F6AF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FD86B-85D9-4D69-87FB-B0387A6B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AE5FFBCF-8367-4886-94BB-EF8392F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15CE717-8929-4399-ACB6-FC52BE21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Storan</a:t>
            </a:r>
          </a:p>
        </p:txBody>
      </p:sp>
    </p:spTree>
    <p:extLst>
      <p:ext uri="{BB962C8B-B14F-4D97-AF65-F5344CB8AC3E}">
        <p14:creationId xmlns:p14="http://schemas.microsoft.com/office/powerpoint/2010/main" val="305413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5">
            <a:extLst xmlns:a="http://schemas.openxmlformats.org/drawingml/2006/main">
              <a:ext uri="{FF2B5EF4-FFF2-40B4-BE49-F238E27FC236}">
                <a16:creationId xmlns:a16="http://schemas.microsoft.com/office/drawing/2014/main" id="{4AA74B90-F569-4014-BBE7-396C95C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AMALI 2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379FD10C-97B9-4E3C-ACA3-2EE833A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30130-F778-481C-8983-57851CD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C6B057FB-4E79-4A78-8F5A-DE7BFE6F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5">
            <a:extLst xmlns:a="http://schemas.openxmlformats.org/drawingml/2006/main">
              <a:ext uri="{FF2B5EF4-FFF2-40B4-BE49-F238E27FC236}">
                <a16:creationId xmlns:a16="http://schemas.microsoft.com/office/drawing/2014/main" id="{35935338-B463-4E12-9DF1-9DCFE77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15/20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291B71-8035-4AD5-B257-5527539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Isi tiga modul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64115194-6891-4A02-A436-95C7266D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Buku Log · satu KEW.PA-9 · satu MCCB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D7871-DCCF-4701-9CA4-685400B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B04E9B7C-DB6C-408E-8CD9-7D2E04F5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486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Bukti: tiga ID rekod menggunakan data rekaan.</a:t>
            </a:r>
          </a:p>
        </p:txBody>
      </p:sp>
    </p:spTree>
    <p:extLst>
      <p:ext uri="{BB962C8B-B14F-4D97-AF65-F5344CB8AC3E}">
        <p14:creationId xmlns:p14="http://schemas.microsoft.com/office/powerpoint/2010/main" val="1987627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6">
            <a:extLst xmlns:a="http://schemas.openxmlformats.org/drawingml/2006/main">
              <a:ext uri="{FF2B5EF4-FFF2-40B4-BE49-F238E27FC236}">
                <a16:creationId xmlns:a16="http://schemas.microsoft.com/office/drawing/2014/main" id="{DD7367ED-C0B3-45BF-AE45-240FB04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AMALI 3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2C7AFB46-C7F1-4426-AC77-86E6552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6D223-3979-48E9-A961-CD128BBC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6">
            <a:extLst xmlns:a="http://schemas.openxmlformats.org/drawingml/2006/main">
              <a:ext uri="{FF2B5EF4-FFF2-40B4-BE49-F238E27FC236}">
                <a16:creationId xmlns:a16="http://schemas.microsoft.com/office/drawing/2014/main" id="{17780EB4-011E-429C-B674-2809F38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6">
            <a:extLst xmlns:a="http://schemas.openxmlformats.org/drawingml/2006/main">
              <a:ext uri="{FF2B5EF4-FFF2-40B4-BE49-F238E27FC236}">
                <a16:creationId xmlns:a16="http://schemas.microsoft.com/office/drawing/2014/main" id="{C37E5A74-1F08-4065-A6C1-5F9DEE5B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16/20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69865-F409-4137-90D2-B4EC1360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Semak storan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9D66CF-C6B0-4A20-9BB0-F846F56F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ID -&gt; tab -&gt; baris -&gt; JSON -&gt; lampiran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37AE9-5262-45A8-819C-50E7834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7E8CA264-0EF5-4E2A-B896-2BEFCD7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486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Mesej “berjaya” sahaja belum membuktikan data tersimpan.</a:t>
            </a:r>
          </a:p>
        </p:txBody>
      </p:sp>
    </p:spTree>
    <p:extLst>
      <p:ext uri="{BB962C8B-B14F-4D97-AF65-F5344CB8AC3E}">
        <p14:creationId xmlns:p14="http://schemas.microsoft.com/office/powerpoint/2010/main" val="1245497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7">
            <a:extLst xmlns:a="http://schemas.openxmlformats.org/drawingml/2006/main">
              <a:ext uri="{FF2B5EF4-FFF2-40B4-BE49-F238E27FC236}">
                <a16:creationId xmlns:a16="http://schemas.microsoft.com/office/drawing/2014/main" id="{6AB7A8AB-3508-4AC4-99F2-2B1DDF4A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AMALI 4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F2B53E56-1DB8-4362-8C62-D89E1B3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F2E46-96B9-4CAB-9121-3ED6B896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7">
            <a:extLst xmlns:a="http://schemas.openxmlformats.org/drawingml/2006/main">
              <a:ext uri="{FF2B5EF4-FFF2-40B4-BE49-F238E27FC236}">
                <a16:creationId xmlns:a16="http://schemas.microsoft.com/office/drawing/2014/main" id="{9A8937B6-657F-47A1-9029-1F6A0C9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7">
            <a:extLst xmlns:a="http://schemas.openxmlformats.org/drawingml/2006/main">
              <a:ext uri="{FF2B5EF4-FFF2-40B4-BE49-F238E27FC236}">
                <a16:creationId xmlns:a16="http://schemas.microsoft.com/office/drawing/2014/main" id="{22E9922A-6276-4B8D-AFA3-E789D44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17/20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048424-D710-40C9-B0DB-8D1F5A6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Ubah dengan AI dan commit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252C654-86F9-498A-A435-BCCD44F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perubahan kecil · satu tujuan · satu bukti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23E7-593D-4C9E-B073-4ED48B50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58649-AB07-4840-8315-B618CFB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BC9F4E4-909B-4605-AEE9-D791708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DDA87-E2B8-4E47-8644-696DF94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F6ED7-C9E4-418C-BBFD-143D3C76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DE5BC4D-0EB7-49F6-964E-E0D1855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Pilihan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31657-53F7-4CAE-B405-424754DE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2336E-0599-45F7-8951-CCAB3E0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6ADF3906-D83C-4C8E-BBA1-49C30E6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Mesej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F98BA-E0CF-4A1B-90D1-ED170DC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83410-E93B-47E1-8B7E-B057262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C9A805D9-9EAE-4E6A-AB23-3529B53E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Warna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70B72-A3C6-4784-8DE1-53F0811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B033E-28AB-455E-A6E6-D25F6CFC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ACEF5EB1-5DEF-4D0C-9E56-DC3373FC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4384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Nota keselamatan</a:t>
            </a:r>
          </a:p>
        </p:txBody>
      </p:sp>
    </p:spTree>
    <p:extLst>
      <p:ext uri="{BB962C8B-B14F-4D97-AF65-F5344CB8AC3E}">
        <p14:creationId xmlns:p14="http://schemas.microsoft.com/office/powerpoint/2010/main" val="17124852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8">
            <a:extLst xmlns:a="http://schemas.openxmlformats.org/drawingml/2006/main">
              <a:ext uri="{FF2B5EF4-FFF2-40B4-BE49-F238E27FC236}">
                <a16:creationId xmlns:a16="http://schemas.microsoft.com/office/drawing/2014/main" id="{414F2E4A-FDAC-461A-8B93-84BD3504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UJIAN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7D2184D3-8055-4E24-A8DC-98276F95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4F6F9-3CEE-4661-83FF-0B2EAAA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8">
            <a:extLst xmlns:a="http://schemas.openxmlformats.org/drawingml/2006/main">
              <a:ext uri="{FF2B5EF4-FFF2-40B4-BE49-F238E27FC236}">
                <a16:creationId xmlns:a16="http://schemas.microsoft.com/office/drawing/2014/main" id="{57167A15-D6C4-4822-A7F5-BA1200C0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8">
            <a:extLst xmlns:a="http://schemas.openxmlformats.org/drawingml/2006/main">
              <a:ext uri="{FF2B5EF4-FFF2-40B4-BE49-F238E27FC236}">
                <a16:creationId xmlns:a16="http://schemas.microsoft.com/office/drawing/2014/main" id="{E7B52E9A-270B-422D-9557-CD66CBE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18/20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71DF4A-E8C9-4575-A6F6-C65A778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Ujian penerimaan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97601628-91CB-4F14-9DE4-F384B6C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Uji fungsi, storan, kegagalan dan paparan.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AA2F-B0B8-4F4E-82B9-80094790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10137-5201-431B-8F0D-F3E72227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FCFB521B-A89C-46D7-A896-7A422F2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40144BB-F7C1-40CA-81FC-0AC6B57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Skrin kecil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100C5-F16D-4D7D-9376-A41B92C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F4B8D-ED50-4E6F-A3DD-0B6E1B8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45804BAA-2278-4D50-BD4F-DC05936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EBA36A0-C88F-45DA-B42C-48B943E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Buku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6AF37-216E-46FA-BF42-619797B9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60B49-9B56-4C58-BD87-F5CAAFC2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5702447-D395-4EFA-BBDB-531D254F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F161CEF-5222-4ABB-BFBD-75054974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KEW.PA-9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A152A-635A-4569-B989-40F69F47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80A5A-2062-44ED-89D5-F7D0ECD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AC2A039-DA21-40E9-8589-BBEE210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57B798F8-FAF5-4ED2-9350-74C9867E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MCCB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001B3-B257-4878-BCBE-87550E1E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E6021-D72C-4C5D-9AD6-1CEB989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71CF224F-7BA9-47AE-A37C-08E9D79B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173E5EF6-DDBA-458A-A784-8DB58B7E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Rangkaian gagal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6F03C-ED51-490A-8218-3A093165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1F31F-A76F-42A8-BF15-5CA2906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B3231F7E-BE5D-4CBB-AEAE-FADCF90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T06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5EC62EA6-C202-40A2-8B9D-87206A9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8250612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9">
            <a:extLst xmlns:a="http://schemas.openxmlformats.org/drawingml/2006/main">
              <a:ext uri="{FF2B5EF4-FFF2-40B4-BE49-F238E27FC236}">
                <a16:creationId xmlns:a16="http://schemas.microsoft.com/office/drawing/2014/main" id="{58EABC65-7D04-4E24-933F-5A1FAC2E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5 · SERAHAN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BC9CB6C9-1796-4D0B-B1F4-A2D113B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7BB58-18BC-4A87-9A5F-5563353D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9">
            <a:extLst xmlns:a="http://schemas.openxmlformats.org/drawingml/2006/main">
              <a:ext uri="{FF2B5EF4-FFF2-40B4-BE49-F238E27FC236}">
                <a16:creationId xmlns:a16="http://schemas.microsoft.com/office/drawing/2014/main" id="{4D5476AB-AAF5-432D-AEAC-56C8215F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19">
            <a:extLst xmlns:a="http://schemas.openxmlformats.org/drawingml/2006/main">
              <a:ext uri="{FF2B5EF4-FFF2-40B4-BE49-F238E27FC236}">
                <a16:creationId xmlns:a16="http://schemas.microsoft.com/office/drawing/2014/main" id="{EC13DC1D-D031-4A28-9BB6-634F4F68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19/20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0253BD-0F92-46DF-9B6A-DBCD755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Checklist serahan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CFF788D1-C0D2-49E8-8ECC-F1D75DD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Aplikasi boleh diteruskan oleh orang 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5E184-58CE-498C-A68E-19E5394D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7E4D-1FD9-4252-9263-32392D1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9D177A47-DEE4-4036-9033-4B39294D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E1BA1E9-C9C0-4D4D-97B3-870D6A59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URL diuji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A9327-FDB5-4D8A-A07D-177CA8E3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30D78-0253-4556-82DF-0CD95361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57F99647-391C-4E31-BD00-382C07AB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313A7B3-C37C-4915-AE91-74ED3140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3 rekod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A1A03-FC7B-4F30-9CF0-19F349DE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98822-44DD-462B-A74F-B367FB1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538A6824-79E9-4E12-A926-56C3D4D1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E23D643-7FDA-4337-A3A6-A46DAB2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EBEF5-C06E-4A0F-A719-D6B6AD7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23DE0-431A-4A86-9ABA-026AD854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11CFDA19-AA66-49C3-A060-0D49322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AAD6B8C-DE5D-495F-89F6-94847142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B7F38-3C7C-4A51-8B18-79A7D83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2A1A8-9D17-40C5-A3BC-990AA504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60C7DFFF-4C98-4CD1-A24D-A034987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FD457C6F-A6AB-4E41-8C38-EC78C38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Pemilik storan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3A23B-566F-4841-9E05-12D1541A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E6494-C319-476C-BD17-F22C69A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F62EBA3B-B3B9-49AA-8269-C397F3D8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56B172C3-E6DA-4D31-AD53-A4229C1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Tiada rahsia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A6BDF-85BD-47AE-A060-BE5F15B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575C0F-F0BF-4746-91F7-BD2B9F34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207B3B40-2C6C-47EB-87E6-81B4B81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ED563B74-E32C-402D-B138-35231A5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Sandaran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33ECB-18AC-4772-BC58-695BA09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AEDC32-5A13-404F-BDEF-56635B2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934982A4-F09A-4129-B508-6350393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5E3B710B-5E8C-4479-83BB-CA912A7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Pentadbir kedua</a:t>
            </a:r>
          </a:p>
        </p:txBody>
      </p:sp>
    </p:spTree>
    <p:extLst>
      <p:ext uri="{BB962C8B-B14F-4D97-AF65-F5344CB8AC3E}">
        <p14:creationId xmlns:p14="http://schemas.microsoft.com/office/powerpoint/2010/main" val="3221996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20">
            <a:extLst xmlns:a="http://schemas.openxmlformats.org/drawingml/2006/main">
              <a:ext uri="{FF2B5EF4-FFF2-40B4-BE49-F238E27FC236}">
                <a16:creationId xmlns:a16="http://schemas.microsoft.com/office/drawing/2014/main" id="{3D412A99-569E-4D52-B063-F279BBD9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5 · PENUTUP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4D07289F-0200-42C3-948E-C7C68E9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B464-DD42-4AD6-92A9-5D9DC62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0">
            <a:extLst xmlns:a="http://schemas.openxmlformats.org/drawingml/2006/main">
              <a:ext uri="{FF2B5EF4-FFF2-40B4-BE49-F238E27FC236}">
                <a16:creationId xmlns:a16="http://schemas.microsoft.com/office/drawing/2014/main" id="{FEBA4641-35CE-4BC7-BD5A-0632D97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5 · CREaTE JKR · 2026</a:t>
            </a:r>
          </a:p>
        </p:txBody>
      </p:sp>
      <p:sp>
        <p:nvSpPr>
          <p:cNvPr id="5" name="progress-20">
            <a:extLst xmlns:a="http://schemas.openxmlformats.org/drawingml/2006/main">
              <a:ext uri="{FF2B5EF4-FFF2-40B4-BE49-F238E27FC236}">
                <a16:creationId xmlns:a16="http://schemas.microsoft.com/office/drawing/2014/main" id="{5F32A197-D188-4D70-814A-BB517FF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20/20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23DAB0-4A70-475C-80F4-3664F9B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Hasil yang boleh dibawa pulang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50A5D58-7A2E-4562-8FC2-F845D3E8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Salinan MPE Hub yang boleh dikembangkan dengan kawalan.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D7331-D958-4885-BE52-C055783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68890-F370-4637-95CC-716A8F0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7F119F9-52D1-4A7C-8680-DB733C0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Konfigurasi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35969CE-6F46-45AC-8FA9-7CC5F19F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Akaun dan storan sendiri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F2F2-767F-443A-BA4F-4A1F031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8B30F-2256-48AA-8D38-19C107D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20A7B45-B1F2-499F-9E6F-9E7050B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Bukti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97B4963-3260-4B83-8CBB-9490DB5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Rekod, commit dan ujian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6502D-BE68-464E-81FD-E8C2F6E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94BB9-7CCB-4994-916C-15D59F4E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BD0CAF0F-1184-482E-A1B0-3A9D700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Batasan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6FC05309-6A2F-42D4-9E0D-D618A34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Bukan sistem pengeluaran</a:t>
            </a:r>
          </a:p>
        </p:txBody>
      </p:sp>
      <p:sp>
        <p:nvSpPr>
          <p:cNvPr id="20" name="meta-buttons">
            <a:extLst xmlns:a="http://schemas.openxmlformats.org/drawingml/2006/main">
              <a:ext uri="{FF2B5EF4-FFF2-40B4-BE49-F238E27FC236}">
                <a16:creationId xmlns:a16="http://schemas.microsoft.com/office/drawing/2014/main" id="{08F3D852-521A-454A-BE68-B59D382A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Penilaian akhir</a:t>
            </a:r>
          </a:p>
        </p:txBody>
      </p:sp>
    </p:spTree>
    <p:extLst>
      <p:ext uri="{BB962C8B-B14F-4D97-AF65-F5344CB8AC3E}">
        <p14:creationId xmlns:p14="http://schemas.microsoft.com/office/powerpoint/2010/main" val="131927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2026-07-26T03:12:41.1060000Z</dcterms:created>
  <dcterms:modified xsi:type="dcterms:W3CDTF">2026-07-26T03:12:41.1060000Z</dcterms:modified>
</coreProperties>
</file>